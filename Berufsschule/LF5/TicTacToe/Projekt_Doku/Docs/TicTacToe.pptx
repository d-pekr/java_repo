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7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6486DE-A91A-E19C-56C9-A0C568744889}" v="179" dt="2026-05-07T06:57:58.585"/>
    <p1510:client id="{C45F1745-1D27-1DFA-D2F6-D4D9B3261B4B}" v="11" dt="2026-05-07T06:47:31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stbenutzer" userId="S::urn:spo:tenantanon#dae1542f-8d54-4e97-92ed-77d520bd432f::" providerId="AD" clId="Web-{C45F1745-1D27-1DFA-D2F6-D4D9B3261B4B}"/>
    <pc:docChg chg="modSld">
      <pc:chgData name="Gastbenutzer" userId="S::urn:spo:tenantanon#dae1542f-8d54-4e97-92ed-77d520bd432f::" providerId="AD" clId="Web-{C45F1745-1D27-1DFA-D2F6-D4D9B3261B4B}" dt="2026-05-07T06:49:01.782" v="10"/>
      <pc:docMkLst>
        <pc:docMk/>
      </pc:docMkLst>
      <pc:sldChg chg="addSp delSp modSp">
        <pc:chgData name="Gastbenutzer" userId="S::urn:spo:tenantanon#dae1542f-8d54-4e97-92ed-77d520bd432f::" providerId="AD" clId="Web-{C45F1745-1D27-1DFA-D2F6-D4D9B3261B4B}" dt="2026-05-07T06:49:01.782" v="10"/>
        <pc:sldMkLst>
          <pc:docMk/>
          <pc:sldMk cId="3422220848" sldId="256"/>
        </pc:sldMkLst>
        <pc:spChg chg="mod">
          <ac:chgData name="Gastbenutzer" userId="S::urn:spo:tenantanon#dae1542f-8d54-4e97-92ed-77d520bd432f::" providerId="AD" clId="Web-{C45F1745-1D27-1DFA-D2F6-D4D9B3261B4B}" dt="2026-05-07T06:49:01.782" v="10"/>
          <ac:spMkLst>
            <pc:docMk/>
            <pc:sldMk cId="3422220848" sldId="256"/>
            <ac:spMk id="2" creationId="{D80E16F0-C979-7109-31E0-F6D22B7410EA}"/>
          </ac:spMkLst>
        </pc:spChg>
        <pc:spChg chg="mod">
          <ac:chgData name="Gastbenutzer" userId="S::urn:spo:tenantanon#dae1542f-8d54-4e97-92ed-77d520bd432f::" providerId="AD" clId="Web-{C45F1745-1D27-1DFA-D2F6-D4D9B3261B4B}" dt="2026-05-07T06:49:01.782" v="10"/>
          <ac:spMkLst>
            <pc:docMk/>
            <pc:sldMk cId="3422220848" sldId="256"/>
            <ac:spMk id="3" creationId="{0A8695DB-B278-D180-650F-F4FBAF247EE2}"/>
          </ac:spMkLst>
        </pc:spChg>
        <pc:spChg chg="del">
          <ac:chgData name="Gastbenutzer" userId="S::urn:spo:tenantanon#dae1542f-8d54-4e97-92ed-77d520bd432f::" providerId="AD" clId="Web-{C45F1745-1D27-1DFA-D2F6-D4D9B3261B4B}" dt="2026-05-07T06:49:01.782" v="10"/>
          <ac:spMkLst>
            <pc:docMk/>
            <pc:sldMk cId="3422220848" sldId="256"/>
            <ac:spMk id="8" creationId="{4609862E-48F9-45AC-8D44-67A0268A7935}"/>
          </ac:spMkLst>
        </pc:spChg>
        <pc:spChg chg="del">
          <ac:chgData name="Gastbenutzer" userId="S::urn:spo:tenantanon#dae1542f-8d54-4e97-92ed-77d520bd432f::" providerId="AD" clId="Web-{C45F1745-1D27-1DFA-D2F6-D4D9B3261B4B}" dt="2026-05-07T06:49:01.782" v="10"/>
          <ac:spMkLst>
            <pc:docMk/>
            <pc:sldMk cId="3422220848" sldId="256"/>
            <ac:spMk id="10" creationId="{2D5EEA8B-2D86-4D1D-96B3-6B8290303786}"/>
          </ac:spMkLst>
        </pc:spChg>
        <pc:spChg chg="add">
          <ac:chgData name="Gastbenutzer" userId="S::urn:spo:tenantanon#dae1542f-8d54-4e97-92ed-77d520bd432f::" providerId="AD" clId="Web-{C45F1745-1D27-1DFA-D2F6-D4D9B3261B4B}" dt="2026-05-07T06:49:01.782" v="10"/>
          <ac:spMkLst>
            <pc:docMk/>
            <pc:sldMk cId="3422220848" sldId="256"/>
            <ac:spMk id="15" creationId="{C5BDD1EA-D8C1-45AF-9F0A-14A2A137BA2A}"/>
          </ac:spMkLst>
        </pc:spChg>
        <pc:spChg chg="add">
          <ac:chgData name="Gastbenutzer" userId="S::urn:spo:tenantanon#dae1542f-8d54-4e97-92ed-77d520bd432f::" providerId="AD" clId="Web-{C45F1745-1D27-1DFA-D2F6-D4D9B3261B4B}" dt="2026-05-07T06:49:01.782" v="10"/>
          <ac:spMkLst>
            <pc:docMk/>
            <pc:sldMk cId="3422220848" sldId="256"/>
            <ac:spMk id="17" creationId="{14354E08-0068-48D7-A8AD-84C7B1CF585D}"/>
          </ac:spMkLst>
        </pc:spChg>
        <pc:grpChg chg="add">
          <ac:chgData name="Gastbenutzer" userId="S::urn:spo:tenantanon#dae1542f-8d54-4e97-92ed-77d520bd432f::" providerId="AD" clId="Web-{C45F1745-1D27-1DFA-D2F6-D4D9B3261B4B}" dt="2026-05-07T06:49:01.782" v="10"/>
          <ac:grpSpMkLst>
            <pc:docMk/>
            <pc:sldMk cId="3422220848" sldId="256"/>
            <ac:grpSpMk id="19" creationId="{A779F34F-2960-4B81-BA08-445B6F6A0CD7}"/>
          </ac:grpSpMkLst>
        </pc:grpChg>
        <pc:picChg chg="add mod">
          <ac:chgData name="Gastbenutzer" userId="S::urn:spo:tenantanon#dae1542f-8d54-4e97-92ed-77d520bd432f::" providerId="AD" clId="Web-{C45F1745-1D27-1DFA-D2F6-D4D9B3261B4B}" dt="2026-05-07T06:49:01.782" v="10"/>
          <ac:picMkLst>
            <pc:docMk/>
            <pc:sldMk cId="3422220848" sldId="256"/>
            <ac:picMk id="4" creationId="{89B0BA2E-A039-54D4-A7D7-0B0004C12C03}"/>
          </ac:picMkLst>
        </pc:picChg>
      </pc:sldChg>
    </pc:docChg>
  </pc:docChgLst>
  <pc:docChgLst>
    <pc:chgData name="Fabio Stoffels" userId="S::03stoffelsfa@koblenzcbs.onmicrosoft.com::443678ea-87f3-4940-a9f9-1fef37208cc3" providerId="AD" clId="Web-{526486DE-A91A-E19C-56C9-A0C568744889}"/>
    <pc:docChg chg="mod addSld delSld modSld addMainMaster delMainMaster">
      <pc:chgData name="Fabio Stoffels" userId="S::03stoffelsfa@koblenzcbs.onmicrosoft.com::443678ea-87f3-4940-a9f9-1fef37208cc3" providerId="AD" clId="Web-{526486DE-A91A-E19C-56C9-A0C568744889}" dt="2026-05-07T07:12:24.780" v="229" actId="1076"/>
      <pc:docMkLst>
        <pc:docMk/>
      </pc:docMkLst>
      <pc:sldChg chg="addSp modSp mod setBg modClrScheme chgLayout">
        <pc:chgData name="Fabio Stoffels" userId="S::03stoffelsfa@koblenzcbs.onmicrosoft.com::443678ea-87f3-4940-a9f9-1fef37208cc3" providerId="AD" clId="Web-{526486DE-A91A-E19C-56C9-A0C568744889}" dt="2026-05-07T06:43:20.077" v="183" actId="20577"/>
        <pc:sldMkLst>
          <pc:docMk/>
          <pc:sldMk cId="3422220848" sldId="256"/>
        </pc:sldMkLst>
        <pc:spChg chg="mod ord">
          <ac:chgData name="Fabio Stoffels" userId="S::03stoffelsfa@koblenzcbs.onmicrosoft.com::443678ea-87f3-4940-a9f9-1fef37208cc3" providerId="AD" clId="Web-{526486DE-A91A-E19C-56C9-A0C568744889}" dt="2026-05-07T06:19:43.785" v="30"/>
          <ac:spMkLst>
            <pc:docMk/>
            <pc:sldMk cId="3422220848" sldId="256"/>
            <ac:spMk id="2" creationId="{D80E16F0-C979-7109-31E0-F6D22B7410EA}"/>
          </ac:spMkLst>
        </pc:spChg>
        <pc:spChg chg="mod ord">
          <ac:chgData name="Fabio Stoffels" userId="S::03stoffelsfa@koblenzcbs.onmicrosoft.com::443678ea-87f3-4940-a9f9-1fef37208cc3" providerId="AD" clId="Web-{526486DE-A91A-E19C-56C9-A0C568744889}" dt="2026-05-07T06:43:20.077" v="183" actId="20577"/>
          <ac:spMkLst>
            <pc:docMk/>
            <pc:sldMk cId="3422220848" sldId="256"/>
            <ac:spMk id="3" creationId="{0A8695DB-B278-D180-650F-F4FBAF247EE2}"/>
          </ac:spMkLst>
        </pc:spChg>
        <pc:spChg chg="add">
          <ac:chgData name="Fabio Stoffels" userId="S::03stoffelsfa@koblenzcbs.onmicrosoft.com::443678ea-87f3-4940-a9f9-1fef37208cc3" providerId="AD" clId="Web-{526486DE-A91A-E19C-56C9-A0C568744889}" dt="2026-05-07T06:19:43.785" v="30"/>
          <ac:spMkLst>
            <pc:docMk/>
            <pc:sldMk cId="3422220848" sldId="256"/>
            <ac:spMk id="8" creationId="{4609862E-48F9-45AC-8D44-67A0268A7935}"/>
          </ac:spMkLst>
        </pc:spChg>
        <pc:spChg chg="add">
          <ac:chgData name="Fabio Stoffels" userId="S::03stoffelsfa@koblenzcbs.onmicrosoft.com::443678ea-87f3-4940-a9f9-1fef37208cc3" providerId="AD" clId="Web-{526486DE-A91A-E19C-56C9-A0C568744889}" dt="2026-05-07T06:19:43.785" v="30"/>
          <ac:spMkLst>
            <pc:docMk/>
            <pc:sldMk cId="3422220848" sldId="256"/>
            <ac:spMk id="10" creationId="{2D5EEA8B-2D86-4D1D-96B3-6B8290303786}"/>
          </ac:spMkLst>
        </pc:spChg>
      </pc:sldChg>
      <pc:sldChg chg="addSp delSp modSp mod setBg modClrScheme chgLayout">
        <pc:chgData name="Fabio Stoffels" userId="S::03stoffelsfa@koblenzcbs.onmicrosoft.com::443678ea-87f3-4940-a9f9-1fef37208cc3" providerId="AD" clId="Web-{526486DE-A91A-E19C-56C9-A0C568744889}" dt="2026-05-07T06:22:06.786" v="55" actId="20577"/>
        <pc:sldMkLst>
          <pc:docMk/>
          <pc:sldMk cId="185120586" sldId="257"/>
        </pc:sldMkLst>
        <pc:spChg chg="mod ord">
          <ac:chgData name="Fabio Stoffels" userId="S::03stoffelsfa@koblenzcbs.onmicrosoft.com::443678ea-87f3-4940-a9f9-1fef37208cc3" providerId="AD" clId="Web-{526486DE-A91A-E19C-56C9-A0C568744889}" dt="2026-05-07T06:22:06.786" v="55" actId="20577"/>
          <ac:spMkLst>
            <pc:docMk/>
            <pc:sldMk cId="185120586" sldId="257"/>
            <ac:spMk id="2" creationId="{F8A57A23-0B9A-2B87-3C4E-0B34767DC1D4}"/>
          </ac:spMkLst>
        </pc:spChg>
        <pc:spChg chg="add del mod ord">
          <ac:chgData name="Fabio Stoffels" userId="S::03stoffelsfa@koblenzcbs.onmicrosoft.com::443678ea-87f3-4940-a9f9-1fef37208cc3" providerId="AD" clId="Web-{526486DE-A91A-E19C-56C9-A0C568744889}" dt="2026-05-07T06:17:00.518" v="5"/>
          <ac:spMkLst>
            <pc:docMk/>
            <pc:sldMk cId="185120586" sldId="257"/>
            <ac:spMk id="3" creationId="{7E26F9ED-B2C9-A8ED-5C0C-C9585D725C6D}"/>
          </ac:spMkLst>
        </pc:spChg>
        <pc:spChg chg="add del">
          <ac:chgData name="Fabio Stoffels" userId="S::03stoffelsfa@koblenzcbs.onmicrosoft.com::443678ea-87f3-4940-a9f9-1fef37208cc3" providerId="AD" clId="Web-{526486DE-A91A-E19C-56C9-A0C568744889}" dt="2026-05-07T06:19:34.769" v="29"/>
          <ac:spMkLst>
            <pc:docMk/>
            <pc:sldMk cId="185120586" sldId="257"/>
            <ac:spMk id="8" creationId="{290FE681-1E05-478A-89DC-5F7AB37CFD77}"/>
          </ac:spMkLst>
        </pc:spChg>
        <pc:spChg chg="add del">
          <ac:chgData name="Fabio Stoffels" userId="S::03stoffelsfa@koblenzcbs.onmicrosoft.com::443678ea-87f3-4940-a9f9-1fef37208cc3" providerId="AD" clId="Web-{526486DE-A91A-E19C-56C9-A0C568744889}" dt="2026-05-07T06:16:55.877" v="2"/>
          <ac:spMkLst>
            <pc:docMk/>
            <pc:sldMk cId="185120586" sldId="257"/>
            <ac:spMk id="9" creationId="{B9403C7F-76AE-4587-92A2-D4E41EBE68BD}"/>
          </ac:spMkLst>
        </pc:spChg>
        <pc:spChg chg="add del">
          <ac:chgData name="Fabio Stoffels" userId="S::03stoffelsfa@koblenzcbs.onmicrosoft.com::443678ea-87f3-4940-a9f9-1fef37208cc3" providerId="AD" clId="Web-{526486DE-A91A-E19C-56C9-A0C568744889}" dt="2026-05-07T06:17:00.518" v="4"/>
          <ac:spMkLst>
            <pc:docMk/>
            <pc:sldMk cId="185120586" sldId="257"/>
            <ac:spMk id="19" creationId="{2C33F367-76E5-4D2A-96B1-4FD443CDD1CF}"/>
          </ac:spMkLst>
        </pc:spChg>
        <pc:spChg chg="add del">
          <ac:chgData name="Fabio Stoffels" userId="S::03stoffelsfa@koblenzcbs.onmicrosoft.com::443678ea-87f3-4940-a9f9-1fef37208cc3" providerId="AD" clId="Web-{526486DE-A91A-E19C-56C9-A0C568744889}" dt="2026-05-07T06:17:00.518" v="4"/>
          <ac:spMkLst>
            <pc:docMk/>
            <pc:sldMk cId="185120586" sldId="257"/>
            <ac:spMk id="20" creationId="{6F769419-3E73-449D-B62A-0CDEC946A679}"/>
          </ac:spMkLst>
        </pc:spChg>
        <pc:spChg chg="add del mod">
          <ac:chgData name="Fabio Stoffels" userId="S::03stoffelsfa@koblenzcbs.onmicrosoft.com::443678ea-87f3-4940-a9f9-1fef37208cc3" providerId="AD" clId="Web-{526486DE-A91A-E19C-56C9-A0C568744889}" dt="2026-05-07T06:18:00.378" v="13"/>
          <ac:spMkLst>
            <pc:docMk/>
            <pc:sldMk cId="185120586" sldId="257"/>
            <ac:spMk id="23" creationId="{7E26F9ED-B2C9-A8ED-5C0C-C9585D725C6D}"/>
          </ac:spMkLst>
        </pc:spChg>
        <pc:grpChg chg="add del">
          <ac:chgData name="Fabio Stoffels" userId="S::03stoffelsfa@koblenzcbs.onmicrosoft.com::443678ea-87f3-4940-a9f9-1fef37208cc3" providerId="AD" clId="Web-{526486DE-A91A-E19C-56C9-A0C568744889}" dt="2026-05-07T06:16:55.877" v="2"/>
          <ac:grpSpMkLst>
            <pc:docMk/>
            <pc:sldMk cId="185120586" sldId="257"/>
            <ac:grpSpMk id="11" creationId="{D6C71778-3DDA-4748-AEBB-2A4B75016325}"/>
          </ac:grpSpMkLst>
        </pc:grpChg>
        <pc:grpChg chg="add del">
          <ac:chgData name="Fabio Stoffels" userId="S::03stoffelsfa@koblenzcbs.onmicrosoft.com::443678ea-87f3-4940-a9f9-1fef37208cc3" providerId="AD" clId="Web-{526486DE-A91A-E19C-56C9-A0C568744889}" dt="2026-05-07T06:17:00.518" v="4"/>
          <ac:grpSpMkLst>
            <pc:docMk/>
            <pc:sldMk cId="185120586" sldId="257"/>
            <ac:grpSpMk id="13" creationId="{A6515200-42F9-488F-9895-6CDBCD1E87C8}"/>
          </ac:grpSpMkLst>
        </pc:grpChg>
        <pc:graphicFrameChg chg="add del">
          <ac:chgData name="Fabio Stoffels" userId="S::03stoffelsfa@koblenzcbs.onmicrosoft.com::443678ea-87f3-4940-a9f9-1fef37208cc3" providerId="AD" clId="Web-{526486DE-A91A-E19C-56C9-A0C568744889}" dt="2026-05-07T06:17:00.518" v="4"/>
          <ac:graphicFrameMkLst>
            <pc:docMk/>
            <pc:sldMk cId="185120586" sldId="257"/>
            <ac:graphicFrameMk id="21" creationId="{B62FB33A-28DA-CDE4-230F-789B6AB68AB2}"/>
          </ac:graphicFrameMkLst>
        </pc:graphicFrameChg>
        <pc:graphicFrameChg chg="add mod modGraphic">
          <ac:chgData name="Fabio Stoffels" userId="S::03stoffelsfa@koblenzcbs.onmicrosoft.com::443678ea-87f3-4940-a9f9-1fef37208cc3" providerId="AD" clId="Web-{526486DE-A91A-E19C-56C9-A0C568744889}" dt="2026-05-07T06:20:50.192" v="40" actId="1076"/>
          <ac:graphicFrameMkLst>
            <pc:docMk/>
            <pc:sldMk cId="185120586" sldId="257"/>
            <ac:graphicFrameMk id="25" creationId="{C97C8120-707F-13BC-82E4-762917649A91}"/>
          </ac:graphicFrameMkLst>
        </pc:graphicFrameChg>
        <pc:picChg chg="add del">
          <ac:chgData name="Fabio Stoffels" userId="S::03stoffelsfa@koblenzcbs.onmicrosoft.com::443678ea-87f3-4940-a9f9-1fef37208cc3" providerId="AD" clId="Web-{526486DE-A91A-E19C-56C9-A0C568744889}" dt="2026-05-07T06:16:55.877" v="2"/>
          <ac:picMkLst>
            <pc:docMk/>
            <pc:sldMk cId="185120586" sldId="257"/>
            <ac:picMk id="5" creationId="{E7EFD946-9577-22A5-DE17-5BB72D0FF572}"/>
          </ac:picMkLst>
        </pc:picChg>
        <pc:cxnChg chg="add del">
          <ac:chgData name="Fabio Stoffels" userId="S::03stoffelsfa@koblenzcbs.onmicrosoft.com::443678ea-87f3-4940-a9f9-1fef37208cc3" providerId="AD" clId="Web-{526486DE-A91A-E19C-56C9-A0C568744889}" dt="2026-05-07T06:19:34.769" v="29"/>
          <ac:cxnSpMkLst>
            <pc:docMk/>
            <pc:sldMk cId="185120586" sldId="257"/>
            <ac:cxnSpMk id="10" creationId="{2E2F21DC-5F0E-42CF-B89C-C1E25E175CB8}"/>
          </ac:cxnSpMkLst>
        </pc:cxnChg>
      </pc:sldChg>
      <pc:sldChg chg="addSp delSp modSp mod setBg modClrScheme chgLayout">
        <pc:chgData name="Fabio Stoffels" userId="S::03stoffelsfa@koblenzcbs.onmicrosoft.com::443678ea-87f3-4940-a9f9-1fef37208cc3" providerId="AD" clId="Web-{526486DE-A91A-E19C-56C9-A0C568744889}" dt="2026-05-07T06:22:22.567" v="59" actId="20577"/>
        <pc:sldMkLst>
          <pc:docMk/>
          <pc:sldMk cId="1023272434" sldId="258"/>
        </pc:sldMkLst>
        <pc:spChg chg="mod ord">
          <ac:chgData name="Fabio Stoffels" userId="S::03stoffelsfa@koblenzcbs.onmicrosoft.com::443678ea-87f3-4940-a9f9-1fef37208cc3" providerId="AD" clId="Web-{526486DE-A91A-E19C-56C9-A0C568744889}" dt="2026-05-07T06:22:22.567" v="59" actId="20577"/>
          <ac:spMkLst>
            <pc:docMk/>
            <pc:sldMk cId="1023272434" sldId="258"/>
            <ac:spMk id="2" creationId="{612E4D5F-19F8-9E4B-AE25-FE4E3ACDD87E}"/>
          </ac:spMkLst>
        </pc:spChg>
        <pc:spChg chg="add del mod ord">
          <ac:chgData name="Fabio Stoffels" userId="S::03stoffelsfa@koblenzcbs.onmicrosoft.com::443678ea-87f3-4940-a9f9-1fef37208cc3" providerId="AD" clId="Web-{526486DE-A91A-E19C-56C9-A0C568744889}" dt="2026-05-07T06:17:40.518" v="12"/>
          <ac:spMkLst>
            <pc:docMk/>
            <pc:sldMk cId="1023272434" sldId="258"/>
            <ac:spMk id="3" creationId="{ACABB6D1-9DD9-C800-C543-C5EEA41047B3}"/>
          </ac:spMkLst>
        </pc:spChg>
        <pc:spChg chg="add del">
          <ac:chgData name="Fabio Stoffels" userId="S::03stoffelsfa@koblenzcbs.onmicrosoft.com::443678ea-87f3-4940-a9f9-1fef37208cc3" providerId="AD" clId="Web-{526486DE-A91A-E19C-56C9-A0C568744889}" dt="2026-05-07T06:17:40.503" v="11"/>
          <ac:spMkLst>
            <pc:docMk/>
            <pc:sldMk cId="1023272434" sldId="258"/>
            <ac:spMk id="9" creationId="{2C33F367-76E5-4D2A-96B1-4FD443CDD1CF}"/>
          </ac:spMkLst>
        </pc:spChg>
        <pc:spChg chg="add del">
          <ac:chgData name="Fabio Stoffels" userId="S::03stoffelsfa@koblenzcbs.onmicrosoft.com::443678ea-87f3-4940-a9f9-1fef37208cc3" providerId="AD" clId="Web-{526486DE-A91A-E19C-56C9-A0C568744889}" dt="2026-05-07T06:17:40.503" v="11"/>
          <ac:spMkLst>
            <pc:docMk/>
            <pc:sldMk cId="1023272434" sldId="258"/>
            <ac:spMk id="11" creationId="{6F769419-3E73-449D-B62A-0CDEC946A679}"/>
          </ac:spMkLst>
        </pc:spChg>
        <pc:grpChg chg="add del">
          <ac:chgData name="Fabio Stoffels" userId="S::03stoffelsfa@koblenzcbs.onmicrosoft.com::443678ea-87f3-4940-a9f9-1fef37208cc3" providerId="AD" clId="Web-{526486DE-A91A-E19C-56C9-A0C568744889}" dt="2026-05-07T06:17:40.503" v="11"/>
          <ac:grpSpMkLst>
            <pc:docMk/>
            <pc:sldMk cId="1023272434" sldId="258"/>
            <ac:grpSpMk id="13" creationId="{A6515200-42F9-488F-9895-6CDBCD1E87C8}"/>
          </ac:grpSpMkLst>
        </pc:grpChg>
        <pc:graphicFrameChg chg="add del">
          <ac:chgData name="Fabio Stoffels" userId="S::03stoffelsfa@koblenzcbs.onmicrosoft.com::443678ea-87f3-4940-a9f9-1fef37208cc3" providerId="AD" clId="Web-{526486DE-A91A-E19C-56C9-A0C568744889}" dt="2026-05-07T06:17:40.503" v="11"/>
          <ac:graphicFrameMkLst>
            <pc:docMk/>
            <pc:sldMk cId="1023272434" sldId="258"/>
            <ac:graphicFrameMk id="5" creationId="{C1E494A2-A7E2-A107-5B7B-CA87A43E934D}"/>
          </ac:graphicFrameMkLst>
        </pc:graphicFrameChg>
        <pc:graphicFrameChg chg="add mod">
          <ac:chgData name="Fabio Stoffels" userId="S::03stoffelsfa@koblenzcbs.onmicrosoft.com::443678ea-87f3-4940-a9f9-1fef37208cc3" providerId="AD" clId="Web-{526486DE-A91A-E19C-56C9-A0C568744889}" dt="2026-05-07T06:21:48.114" v="49" actId="1076"/>
          <ac:graphicFrameMkLst>
            <pc:docMk/>
            <pc:sldMk cId="1023272434" sldId="258"/>
            <ac:graphicFrameMk id="20" creationId="{D2212B16-2785-BDA6-B742-F4696D36D170}"/>
          </ac:graphicFrameMkLst>
        </pc:graphicFrameChg>
      </pc:sldChg>
      <pc:sldChg chg="addSp delSp modSp mod setBg modClrScheme chgLayout">
        <pc:chgData name="Fabio Stoffels" userId="S::03stoffelsfa@koblenzcbs.onmicrosoft.com::443678ea-87f3-4940-a9f9-1fef37208cc3" providerId="AD" clId="Web-{526486DE-A91A-E19C-56C9-A0C568744889}" dt="2026-05-07T06:24:32.709" v="88" actId="1076"/>
        <pc:sldMkLst>
          <pc:docMk/>
          <pc:sldMk cId="2950188423" sldId="259"/>
        </pc:sldMkLst>
        <pc:spChg chg="mod ord">
          <ac:chgData name="Fabio Stoffels" userId="S::03stoffelsfa@koblenzcbs.onmicrosoft.com::443678ea-87f3-4940-a9f9-1fef37208cc3" providerId="AD" clId="Web-{526486DE-A91A-E19C-56C9-A0C568744889}" dt="2026-05-07T06:24:32.709" v="88" actId="1076"/>
          <ac:spMkLst>
            <pc:docMk/>
            <pc:sldMk cId="2950188423" sldId="259"/>
            <ac:spMk id="2" creationId="{BDEBC1E0-9C64-DCE0-8E74-10C9DB06BAF5}"/>
          </ac:spMkLst>
        </pc:spChg>
        <pc:spChg chg="del mod ord">
          <ac:chgData name="Fabio Stoffels" userId="S::03stoffelsfa@koblenzcbs.onmicrosoft.com::443678ea-87f3-4940-a9f9-1fef37208cc3" providerId="AD" clId="Web-{526486DE-A91A-E19C-56C9-A0C568744889}" dt="2026-05-07T06:18:11.425" v="14"/>
          <ac:spMkLst>
            <pc:docMk/>
            <pc:sldMk cId="2950188423" sldId="259"/>
            <ac:spMk id="3" creationId="{6E89A06F-E49E-304D-07F8-D9EEA83FE02A}"/>
          </ac:spMkLst>
        </pc:spChg>
        <pc:spChg chg="add del">
          <ac:chgData name="Fabio Stoffels" userId="S::03stoffelsfa@koblenzcbs.onmicrosoft.com::443678ea-87f3-4940-a9f9-1fef37208cc3" providerId="AD" clId="Web-{526486DE-A91A-E19C-56C9-A0C568744889}" dt="2026-05-07T06:23:34.849" v="73"/>
          <ac:spMkLst>
            <pc:docMk/>
            <pc:sldMk cId="2950188423" sldId="259"/>
            <ac:spMk id="9" creationId="{2C33F367-76E5-4D2A-96B1-4FD443CDD1CF}"/>
          </ac:spMkLst>
        </pc:spChg>
        <pc:spChg chg="add del">
          <ac:chgData name="Fabio Stoffels" userId="S::03stoffelsfa@koblenzcbs.onmicrosoft.com::443678ea-87f3-4940-a9f9-1fef37208cc3" providerId="AD" clId="Web-{526486DE-A91A-E19C-56C9-A0C568744889}" dt="2026-05-07T06:23:34.849" v="73"/>
          <ac:spMkLst>
            <pc:docMk/>
            <pc:sldMk cId="2950188423" sldId="259"/>
            <ac:spMk id="11" creationId="{6F769419-3E73-449D-B62A-0CDEC946A679}"/>
          </ac:spMkLst>
        </pc:spChg>
        <pc:spChg chg="add del">
          <ac:chgData name="Fabio Stoffels" userId="S::03stoffelsfa@koblenzcbs.onmicrosoft.com::443678ea-87f3-4940-a9f9-1fef37208cc3" providerId="AD" clId="Web-{526486DE-A91A-E19C-56C9-A0C568744889}" dt="2026-05-07T06:23:34.818" v="72"/>
          <ac:spMkLst>
            <pc:docMk/>
            <pc:sldMk cId="2950188423" sldId="259"/>
            <ac:spMk id="33" creationId="{ED2D7C63-562A-41C7-892E-0C73F5D59870}"/>
          </ac:spMkLst>
        </pc:spChg>
        <pc:spChg chg="add">
          <ac:chgData name="Fabio Stoffels" userId="S::03stoffelsfa@koblenzcbs.onmicrosoft.com::443678ea-87f3-4940-a9f9-1fef37208cc3" providerId="AD" clId="Web-{526486DE-A91A-E19C-56C9-A0C568744889}" dt="2026-05-07T06:23:34.849" v="73"/>
          <ac:spMkLst>
            <pc:docMk/>
            <pc:sldMk cId="2950188423" sldId="259"/>
            <ac:spMk id="42" creationId="{929448D9-8F1D-4CFE-93BA-E0272F0DBD6E}"/>
          </ac:spMkLst>
        </pc:spChg>
        <pc:grpChg chg="add del">
          <ac:chgData name="Fabio Stoffels" userId="S::03stoffelsfa@koblenzcbs.onmicrosoft.com::443678ea-87f3-4940-a9f9-1fef37208cc3" providerId="AD" clId="Web-{526486DE-A91A-E19C-56C9-A0C568744889}" dt="2026-05-07T06:23:34.849" v="73"/>
          <ac:grpSpMkLst>
            <pc:docMk/>
            <pc:sldMk cId="2950188423" sldId="259"/>
            <ac:grpSpMk id="13" creationId="{A6515200-42F9-488F-9895-6CDBCD1E87C8}"/>
          </ac:grpSpMkLst>
        </pc:grpChg>
        <pc:grpChg chg="add del">
          <ac:chgData name="Fabio Stoffels" userId="S::03stoffelsfa@koblenzcbs.onmicrosoft.com::443678ea-87f3-4940-a9f9-1fef37208cc3" providerId="AD" clId="Web-{526486DE-A91A-E19C-56C9-A0C568744889}" dt="2026-05-07T06:23:25.505" v="70"/>
          <ac:grpSpMkLst>
            <pc:docMk/>
            <pc:sldMk cId="2950188423" sldId="259"/>
            <ac:grpSpMk id="23" creationId="{6B975FEB-EB22-4265-87DB-98C8B1A03E61}"/>
          </ac:grpSpMkLst>
        </pc:grpChg>
        <pc:grpChg chg="add del">
          <ac:chgData name="Fabio Stoffels" userId="S::03stoffelsfa@koblenzcbs.onmicrosoft.com::443678ea-87f3-4940-a9f9-1fef37208cc3" providerId="AD" clId="Web-{526486DE-A91A-E19C-56C9-A0C568744889}" dt="2026-05-07T06:23:34.818" v="72"/>
          <ac:grpSpMkLst>
            <pc:docMk/>
            <pc:sldMk cId="2950188423" sldId="259"/>
            <ac:grpSpMk id="35" creationId="{6DF25E23-BE15-4E36-A700-59F0CE8C54A8}"/>
          </ac:grpSpMkLst>
        </pc:grpChg>
        <pc:grpChg chg="add">
          <ac:chgData name="Fabio Stoffels" userId="S::03stoffelsfa@koblenzcbs.onmicrosoft.com::443678ea-87f3-4940-a9f9-1fef37208cc3" providerId="AD" clId="Web-{526486DE-A91A-E19C-56C9-A0C568744889}" dt="2026-05-07T06:23:34.849" v="73"/>
          <ac:grpSpMkLst>
            <pc:docMk/>
            <pc:sldMk cId="2950188423" sldId="259"/>
            <ac:grpSpMk id="43" creationId="{94749DEA-AC6C-4834-A330-03A1796B8929}"/>
          </ac:grpSpMkLst>
        </pc:grpChg>
        <pc:graphicFrameChg chg="add mod modGraphic">
          <ac:chgData name="Fabio Stoffels" userId="S::03stoffelsfa@koblenzcbs.onmicrosoft.com::443678ea-87f3-4940-a9f9-1fef37208cc3" providerId="AD" clId="Web-{526486DE-A91A-E19C-56C9-A0C568744889}" dt="2026-05-07T06:23:55.412" v="77" actId="1076"/>
          <ac:graphicFrameMkLst>
            <pc:docMk/>
            <pc:sldMk cId="2950188423" sldId="259"/>
            <ac:graphicFrameMk id="5" creationId="{BCE97151-BBC5-C3A4-FDFC-3D14413B0DF8}"/>
          </ac:graphicFrameMkLst>
        </pc:graphicFrameChg>
        <pc:cxnChg chg="add del">
          <ac:chgData name="Fabio Stoffels" userId="S::03stoffelsfa@koblenzcbs.onmicrosoft.com::443678ea-87f3-4940-a9f9-1fef37208cc3" providerId="AD" clId="Web-{526486DE-A91A-E19C-56C9-A0C568744889}" dt="2026-05-07T06:23:34.818" v="72"/>
          <ac:cxnSpMkLst>
            <pc:docMk/>
            <pc:sldMk cId="2950188423" sldId="259"/>
            <ac:cxnSpMk id="25" creationId="{F033F5AE-6728-4F19-8DED-658E674B31B9}"/>
          </ac:cxnSpMkLst>
        </pc:cxnChg>
        <pc:cxnChg chg="add del">
          <ac:chgData name="Fabio Stoffels" userId="S::03stoffelsfa@koblenzcbs.onmicrosoft.com::443678ea-87f3-4940-a9f9-1fef37208cc3" providerId="AD" clId="Web-{526486DE-A91A-E19C-56C9-A0C568744889}" dt="2026-05-07T06:23:34.818" v="72"/>
          <ac:cxnSpMkLst>
            <pc:docMk/>
            <pc:sldMk cId="2950188423" sldId="259"/>
            <ac:cxnSpMk id="27" creationId="{82C7D74A-18BA-4709-A808-44E8815C4430}"/>
          </ac:cxnSpMkLst>
        </pc:cxnChg>
        <pc:cxnChg chg="add del">
          <ac:chgData name="Fabio Stoffels" userId="S::03stoffelsfa@koblenzcbs.onmicrosoft.com::443678ea-87f3-4940-a9f9-1fef37208cc3" providerId="AD" clId="Web-{526486DE-A91A-E19C-56C9-A0C568744889}" dt="2026-05-07T06:23:34.818" v="72"/>
          <ac:cxnSpMkLst>
            <pc:docMk/>
            <pc:sldMk cId="2950188423" sldId="259"/>
            <ac:cxnSpMk id="29" creationId="{B5164A3F-1561-4039-8185-AB0EEB713EA7}"/>
          </ac:cxnSpMkLst>
        </pc:cxnChg>
        <pc:cxnChg chg="add del">
          <ac:chgData name="Fabio Stoffels" userId="S::03stoffelsfa@koblenzcbs.onmicrosoft.com::443678ea-87f3-4940-a9f9-1fef37208cc3" providerId="AD" clId="Web-{526486DE-A91A-E19C-56C9-A0C568744889}" dt="2026-05-07T06:23:34.818" v="72"/>
          <ac:cxnSpMkLst>
            <pc:docMk/>
            <pc:sldMk cId="2950188423" sldId="259"/>
            <ac:cxnSpMk id="31" creationId="{2A35DB53-42BE-460E-9CA1-1294C98463CB}"/>
          </ac:cxnSpMkLst>
        </pc:cxnChg>
      </pc:sldChg>
      <pc:sldChg chg="addSp delSp modSp mod setBg modClrScheme chgLayout">
        <pc:chgData name="Fabio Stoffels" userId="S::03stoffelsfa@koblenzcbs.onmicrosoft.com::443678ea-87f3-4940-a9f9-1fef37208cc3" providerId="AD" clId="Web-{526486DE-A91A-E19C-56C9-A0C568744889}" dt="2026-05-07T06:25:00.818" v="92" actId="14100"/>
        <pc:sldMkLst>
          <pc:docMk/>
          <pc:sldMk cId="2609107735" sldId="260"/>
        </pc:sldMkLst>
        <pc:spChg chg="mod ord">
          <ac:chgData name="Fabio Stoffels" userId="S::03stoffelsfa@koblenzcbs.onmicrosoft.com::443678ea-87f3-4940-a9f9-1fef37208cc3" providerId="AD" clId="Web-{526486DE-A91A-E19C-56C9-A0C568744889}" dt="2026-05-07T06:25:00.818" v="92" actId="14100"/>
          <ac:spMkLst>
            <pc:docMk/>
            <pc:sldMk cId="2609107735" sldId="260"/>
            <ac:spMk id="2" creationId="{B2C6C172-29B1-C7F8-53A6-50F5B81A0DC5}"/>
          </ac:spMkLst>
        </pc:spChg>
        <pc:spChg chg="del mod ord">
          <ac:chgData name="Fabio Stoffels" userId="S::03stoffelsfa@koblenzcbs.onmicrosoft.com::443678ea-87f3-4940-a9f9-1fef37208cc3" providerId="AD" clId="Web-{526486DE-A91A-E19C-56C9-A0C568744889}" dt="2026-05-07T06:18:19.066" v="15"/>
          <ac:spMkLst>
            <pc:docMk/>
            <pc:sldMk cId="2609107735" sldId="260"/>
            <ac:spMk id="3" creationId="{213D9058-1D81-AFA1-2451-F7A7D9EC39C1}"/>
          </ac:spMkLst>
        </pc:spChg>
        <pc:spChg chg="add">
          <ac:chgData name="Fabio Stoffels" userId="S::03stoffelsfa@koblenzcbs.onmicrosoft.com::443678ea-87f3-4940-a9f9-1fef37208cc3" providerId="AD" clId="Web-{526486DE-A91A-E19C-56C9-A0C568744889}" dt="2026-05-07T06:18:19.066" v="15"/>
          <ac:spMkLst>
            <pc:docMk/>
            <pc:sldMk cId="2609107735" sldId="260"/>
            <ac:spMk id="9" creationId="{2C33F367-76E5-4D2A-96B1-4FD443CDD1CF}"/>
          </ac:spMkLst>
        </pc:spChg>
        <pc:spChg chg="add">
          <ac:chgData name="Fabio Stoffels" userId="S::03stoffelsfa@koblenzcbs.onmicrosoft.com::443678ea-87f3-4940-a9f9-1fef37208cc3" providerId="AD" clId="Web-{526486DE-A91A-E19C-56C9-A0C568744889}" dt="2026-05-07T06:18:19.066" v="15"/>
          <ac:spMkLst>
            <pc:docMk/>
            <pc:sldMk cId="2609107735" sldId="260"/>
            <ac:spMk id="11" creationId="{6F769419-3E73-449D-B62A-0CDEC946A679}"/>
          </ac:spMkLst>
        </pc:spChg>
        <pc:grpChg chg="add">
          <ac:chgData name="Fabio Stoffels" userId="S::03stoffelsfa@koblenzcbs.onmicrosoft.com::443678ea-87f3-4940-a9f9-1fef37208cc3" providerId="AD" clId="Web-{526486DE-A91A-E19C-56C9-A0C568744889}" dt="2026-05-07T06:18:19.066" v="15"/>
          <ac:grpSpMkLst>
            <pc:docMk/>
            <pc:sldMk cId="2609107735" sldId="260"/>
            <ac:grpSpMk id="13" creationId="{A6515200-42F9-488F-9895-6CDBCD1E87C8}"/>
          </ac:grpSpMkLst>
        </pc:grpChg>
        <pc:graphicFrameChg chg="add">
          <ac:chgData name="Fabio Stoffels" userId="S::03stoffelsfa@koblenzcbs.onmicrosoft.com::443678ea-87f3-4940-a9f9-1fef37208cc3" providerId="AD" clId="Web-{526486DE-A91A-E19C-56C9-A0C568744889}" dt="2026-05-07T06:18:19.066" v="15"/>
          <ac:graphicFrameMkLst>
            <pc:docMk/>
            <pc:sldMk cId="2609107735" sldId="260"/>
            <ac:graphicFrameMk id="5" creationId="{09BE951D-DC55-AFFC-7D82-9F164650149F}"/>
          </ac:graphicFrameMkLst>
        </pc:graphicFrameChg>
      </pc:sldChg>
      <pc:sldChg chg="addSp delSp modSp mod setBg modClrScheme chgLayout modNotes">
        <pc:chgData name="Fabio Stoffels" userId="S::03stoffelsfa@koblenzcbs.onmicrosoft.com::443678ea-87f3-4940-a9f9-1fef37208cc3" providerId="AD" clId="Web-{526486DE-A91A-E19C-56C9-A0C568744889}" dt="2026-05-07T07:12:24.780" v="229" actId="1076"/>
        <pc:sldMkLst>
          <pc:docMk/>
          <pc:sldMk cId="3473114373" sldId="261"/>
        </pc:sldMkLst>
        <pc:spChg chg="del mod ord">
          <ac:chgData name="Fabio Stoffels" userId="S::03stoffelsfa@koblenzcbs.onmicrosoft.com::443678ea-87f3-4940-a9f9-1fef37208cc3" providerId="AD" clId="Web-{526486DE-A91A-E19C-56C9-A0C568744889}" dt="2026-05-07T06:26:04.850" v="101"/>
          <ac:spMkLst>
            <pc:docMk/>
            <pc:sldMk cId="3473114373" sldId="261"/>
            <ac:spMk id="2" creationId="{CED087BC-8D41-4FE5-E262-9DA1E43C7894}"/>
          </ac:spMkLst>
        </pc:spChg>
        <pc:spChg chg="del mod ord">
          <ac:chgData name="Fabio Stoffels" userId="S::03stoffelsfa@koblenzcbs.onmicrosoft.com::443678ea-87f3-4940-a9f9-1fef37208cc3" providerId="AD" clId="Web-{526486DE-A91A-E19C-56C9-A0C568744889}" dt="2026-05-07T06:18:27.081" v="16"/>
          <ac:spMkLst>
            <pc:docMk/>
            <pc:sldMk cId="3473114373" sldId="261"/>
            <ac:spMk id="3" creationId="{F3A89519-3308-6E19-922F-23C9D146FEBA}"/>
          </ac:spMkLst>
        </pc:spChg>
        <pc:spChg chg="add del">
          <ac:chgData name="Fabio Stoffels" userId="S::03stoffelsfa@koblenzcbs.onmicrosoft.com::443678ea-87f3-4940-a9f9-1fef37208cc3" providerId="AD" clId="Web-{526486DE-A91A-E19C-56C9-A0C568744889}" dt="2026-05-07T07:01:39.977" v="223"/>
          <ac:spMkLst>
            <pc:docMk/>
            <pc:sldMk cId="3473114373" sldId="261"/>
            <ac:spMk id="9" creationId="{2C33F367-76E5-4D2A-96B1-4FD443CDD1CF}"/>
          </ac:spMkLst>
        </pc:spChg>
        <pc:spChg chg="add del">
          <ac:chgData name="Fabio Stoffels" userId="S::03stoffelsfa@koblenzcbs.onmicrosoft.com::443678ea-87f3-4940-a9f9-1fef37208cc3" providerId="AD" clId="Web-{526486DE-A91A-E19C-56C9-A0C568744889}" dt="2026-05-07T07:01:39.977" v="223"/>
          <ac:spMkLst>
            <pc:docMk/>
            <pc:sldMk cId="3473114373" sldId="261"/>
            <ac:spMk id="11" creationId="{6F769419-3E73-449D-B62A-0CDEC946A679}"/>
          </ac:spMkLst>
        </pc:spChg>
        <pc:spChg chg="add mod">
          <ac:chgData name="Fabio Stoffels" userId="S::03stoffelsfa@koblenzcbs.onmicrosoft.com::443678ea-87f3-4940-a9f9-1fef37208cc3" providerId="AD" clId="Web-{526486DE-A91A-E19C-56C9-A0C568744889}" dt="2026-05-07T07:01:39.977" v="223"/>
          <ac:spMkLst>
            <pc:docMk/>
            <pc:sldMk cId="3473114373" sldId="261"/>
            <ac:spMk id="79" creationId="{DBD296E5-B781-43DB-CB79-6CB9D922E912}"/>
          </ac:spMkLst>
        </pc:spChg>
        <pc:grpChg chg="add del">
          <ac:chgData name="Fabio Stoffels" userId="S::03stoffelsfa@koblenzcbs.onmicrosoft.com::443678ea-87f3-4940-a9f9-1fef37208cc3" providerId="AD" clId="Web-{526486DE-A91A-E19C-56C9-A0C568744889}" dt="2026-05-07T07:01:39.977" v="223"/>
          <ac:grpSpMkLst>
            <pc:docMk/>
            <pc:sldMk cId="3473114373" sldId="261"/>
            <ac:grpSpMk id="13" creationId="{A6515200-42F9-488F-9895-6CDBCD1E87C8}"/>
          </ac:grpSpMkLst>
        </pc:grpChg>
        <pc:graphicFrameChg chg="add mod ord modGraphic">
          <ac:chgData name="Fabio Stoffels" userId="S::03stoffelsfa@koblenzcbs.onmicrosoft.com::443678ea-87f3-4940-a9f9-1fef37208cc3" providerId="AD" clId="Web-{526486DE-A91A-E19C-56C9-A0C568744889}" dt="2026-05-07T07:12:24.780" v="229" actId="1076"/>
          <ac:graphicFrameMkLst>
            <pc:docMk/>
            <pc:sldMk cId="3473114373" sldId="261"/>
            <ac:graphicFrameMk id="5" creationId="{64C259B2-F349-F746-A30E-C7DBC8088039}"/>
          </ac:graphicFrameMkLst>
        </pc:graphicFrameChg>
      </pc:sldChg>
      <pc:sldChg chg="addSp delSp modSp mod setBg modClrScheme chgLayout">
        <pc:chgData name="Fabio Stoffels" userId="S::03stoffelsfa@koblenzcbs.onmicrosoft.com::443678ea-87f3-4940-a9f9-1fef37208cc3" providerId="AD" clId="Web-{526486DE-A91A-E19C-56C9-A0C568744889}" dt="2026-05-07T06:27:11.193" v="116" actId="1076"/>
        <pc:sldMkLst>
          <pc:docMk/>
          <pc:sldMk cId="2312905196" sldId="262"/>
        </pc:sldMkLst>
        <pc:spChg chg="mod ord">
          <ac:chgData name="Fabio Stoffels" userId="S::03stoffelsfa@koblenzcbs.onmicrosoft.com::443678ea-87f3-4940-a9f9-1fef37208cc3" providerId="AD" clId="Web-{526486DE-A91A-E19C-56C9-A0C568744889}" dt="2026-05-07T06:27:11.193" v="116" actId="1076"/>
          <ac:spMkLst>
            <pc:docMk/>
            <pc:sldMk cId="2312905196" sldId="262"/>
            <ac:spMk id="2" creationId="{09E91EA1-ECAE-B073-0914-DE4ED8F6E7FD}"/>
          </ac:spMkLst>
        </pc:spChg>
        <pc:spChg chg="del mod ord">
          <ac:chgData name="Fabio Stoffels" userId="S::03stoffelsfa@koblenzcbs.onmicrosoft.com::443678ea-87f3-4940-a9f9-1fef37208cc3" providerId="AD" clId="Web-{526486DE-A91A-E19C-56C9-A0C568744889}" dt="2026-05-07T06:18:33.691" v="17"/>
          <ac:spMkLst>
            <pc:docMk/>
            <pc:sldMk cId="2312905196" sldId="262"/>
            <ac:spMk id="3" creationId="{5FB7DD72-AD3E-A622-4F6F-E39EE13E69C4}"/>
          </ac:spMkLst>
        </pc:spChg>
        <pc:spChg chg="add">
          <ac:chgData name="Fabio Stoffels" userId="S::03stoffelsfa@koblenzcbs.onmicrosoft.com::443678ea-87f3-4940-a9f9-1fef37208cc3" providerId="AD" clId="Web-{526486DE-A91A-E19C-56C9-A0C568744889}" dt="2026-05-07T06:18:33.691" v="17"/>
          <ac:spMkLst>
            <pc:docMk/>
            <pc:sldMk cId="2312905196" sldId="262"/>
            <ac:spMk id="9" creationId="{2C33F367-76E5-4D2A-96B1-4FD443CDD1CF}"/>
          </ac:spMkLst>
        </pc:spChg>
        <pc:spChg chg="add">
          <ac:chgData name="Fabio Stoffels" userId="S::03stoffelsfa@koblenzcbs.onmicrosoft.com::443678ea-87f3-4940-a9f9-1fef37208cc3" providerId="AD" clId="Web-{526486DE-A91A-E19C-56C9-A0C568744889}" dt="2026-05-07T06:18:33.691" v="17"/>
          <ac:spMkLst>
            <pc:docMk/>
            <pc:sldMk cId="2312905196" sldId="262"/>
            <ac:spMk id="11" creationId="{6F769419-3E73-449D-B62A-0CDEC946A679}"/>
          </ac:spMkLst>
        </pc:spChg>
        <pc:grpChg chg="add">
          <ac:chgData name="Fabio Stoffels" userId="S::03stoffelsfa@koblenzcbs.onmicrosoft.com::443678ea-87f3-4940-a9f9-1fef37208cc3" providerId="AD" clId="Web-{526486DE-A91A-E19C-56C9-A0C568744889}" dt="2026-05-07T06:18:33.691" v="17"/>
          <ac:grpSpMkLst>
            <pc:docMk/>
            <pc:sldMk cId="2312905196" sldId="262"/>
            <ac:grpSpMk id="13" creationId="{A6515200-42F9-488F-9895-6CDBCD1E87C8}"/>
          </ac:grpSpMkLst>
        </pc:grpChg>
        <pc:graphicFrameChg chg="add">
          <ac:chgData name="Fabio Stoffels" userId="S::03stoffelsfa@koblenzcbs.onmicrosoft.com::443678ea-87f3-4940-a9f9-1fef37208cc3" providerId="AD" clId="Web-{526486DE-A91A-E19C-56C9-A0C568744889}" dt="2026-05-07T06:18:33.691" v="17"/>
          <ac:graphicFrameMkLst>
            <pc:docMk/>
            <pc:sldMk cId="2312905196" sldId="262"/>
            <ac:graphicFrameMk id="5" creationId="{2FA30D7C-F219-A9B8-9D9C-EA73E8F4E58D}"/>
          </ac:graphicFrameMkLst>
        </pc:graphicFrameChg>
      </pc:sldChg>
      <pc:sldChg chg="addSp delSp modSp mod setBg modClrScheme chgLayout modNotes">
        <pc:chgData name="Fabio Stoffels" userId="S::03stoffelsfa@koblenzcbs.onmicrosoft.com::443678ea-87f3-4940-a9f9-1fef37208cc3" providerId="AD" clId="Web-{526486DE-A91A-E19C-56C9-A0C568744889}" dt="2026-05-07T06:27:43.115" v="126" actId="14100"/>
        <pc:sldMkLst>
          <pc:docMk/>
          <pc:sldMk cId="1407101371" sldId="263"/>
        </pc:sldMkLst>
        <pc:spChg chg="del mod ord">
          <ac:chgData name="Fabio Stoffels" userId="S::03stoffelsfa@koblenzcbs.onmicrosoft.com::443678ea-87f3-4940-a9f9-1fef37208cc3" providerId="AD" clId="Web-{526486DE-A91A-E19C-56C9-A0C568744889}" dt="2026-05-07T06:27:36.506" v="125"/>
          <ac:spMkLst>
            <pc:docMk/>
            <pc:sldMk cId="1407101371" sldId="263"/>
            <ac:spMk id="2" creationId="{83DD560C-B7EA-3B32-CCB4-B8733A77BBC0}"/>
          </ac:spMkLst>
        </pc:spChg>
        <pc:spChg chg="add del mod ord">
          <ac:chgData name="Fabio Stoffels" userId="S::03stoffelsfa@koblenzcbs.onmicrosoft.com::443678ea-87f3-4940-a9f9-1fef37208cc3" providerId="AD" clId="Web-{526486DE-A91A-E19C-56C9-A0C568744889}" dt="2026-05-07T06:18:49.988" v="20"/>
          <ac:spMkLst>
            <pc:docMk/>
            <pc:sldMk cId="1407101371" sldId="263"/>
            <ac:spMk id="3" creationId="{2C85D3B3-4BDB-2CFD-2CD2-078FCDEF3BC5}"/>
          </ac:spMkLst>
        </pc:spChg>
        <pc:spChg chg="add del">
          <ac:chgData name="Fabio Stoffels" userId="S::03stoffelsfa@koblenzcbs.onmicrosoft.com::443678ea-87f3-4940-a9f9-1fef37208cc3" providerId="AD" clId="Web-{526486DE-A91A-E19C-56C9-A0C568744889}" dt="2026-05-07T06:18:49.972" v="19"/>
          <ac:spMkLst>
            <pc:docMk/>
            <pc:sldMk cId="1407101371" sldId="263"/>
            <ac:spMk id="9" creationId="{2C33F367-76E5-4D2A-96B1-4FD443CDD1CF}"/>
          </ac:spMkLst>
        </pc:spChg>
        <pc:spChg chg="add del">
          <ac:chgData name="Fabio Stoffels" userId="S::03stoffelsfa@koblenzcbs.onmicrosoft.com::443678ea-87f3-4940-a9f9-1fef37208cc3" providerId="AD" clId="Web-{526486DE-A91A-E19C-56C9-A0C568744889}" dt="2026-05-07T06:18:49.972" v="19"/>
          <ac:spMkLst>
            <pc:docMk/>
            <pc:sldMk cId="1407101371" sldId="263"/>
            <ac:spMk id="11" creationId="{6F769419-3E73-449D-B62A-0CDEC946A679}"/>
          </ac:spMkLst>
        </pc:spChg>
        <pc:grpChg chg="add del">
          <ac:chgData name="Fabio Stoffels" userId="S::03stoffelsfa@koblenzcbs.onmicrosoft.com::443678ea-87f3-4940-a9f9-1fef37208cc3" providerId="AD" clId="Web-{526486DE-A91A-E19C-56C9-A0C568744889}" dt="2026-05-07T06:18:49.972" v="19"/>
          <ac:grpSpMkLst>
            <pc:docMk/>
            <pc:sldMk cId="1407101371" sldId="263"/>
            <ac:grpSpMk id="13" creationId="{A6515200-42F9-488F-9895-6CDBCD1E87C8}"/>
          </ac:grpSpMkLst>
        </pc:grpChg>
        <pc:graphicFrameChg chg="add del">
          <ac:chgData name="Fabio Stoffels" userId="S::03stoffelsfa@koblenzcbs.onmicrosoft.com::443678ea-87f3-4940-a9f9-1fef37208cc3" providerId="AD" clId="Web-{526486DE-A91A-E19C-56C9-A0C568744889}" dt="2026-05-07T06:18:49.972" v="19"/>
          <ac:graphicFrameMkLst>
            <pc:docMk/>
            <pc:sldMk cId="1407101371" sldId="263"/>
            <ac:graphicFrameMk id="5" creationId="{6F1AA11F-B871-962D-4109-40632AC0536B}"/>
          </ac:graphicFrameMkLst>
        </pc:graphicFrameChg>
        <pc:graphicFrameChg chg="add mod">
          <ac:chgData name="Fabio Stoffels" userId="S::03stoffelsfa@koblenzcbs.onmicrosoft.com::443678ea-87f3-4940-a9f9-1fef37208cc3" providerId="AD" clId="Web-{526486DE-A91A-E19C-56C9-A0C568744889}" dt="2026-05-07T06:27:43.115" v="126" actId="14100"/>
          <ac:graphicFrameMkLst>
            <pc:docMk/>
            <pc:sldMk cId="1407101371" sldId="263"/>
            <ac:graphicFrameMk id="20" creationId="{692DAAB9-CE60-53FA-7ED8-5F69921DE422}"/>
          </ac:graphicFrameMkLst>
        </pc:graphicFrameChg>
      </pc:sldChg>
      <pc:sldChg chg="addSp delSp modSp mod setBg modClrScheme chgLayout">
        <pc:chgData name="Fabio Stoffels" userId="S::03stoffelsfa@koblenzcbs.onmicrosoft.com::443678ea-87f3-4940-a9f9-1fef37208cc3" providerId="AD" clId="Web-{526486DE-A91A-E19C-56C9-A0C568744889}" dt="2026-05-07T06:28:48.475" v="146" actId="20577"/>
        <pc:sldMkLst>
          <pc:docMk/>
          <pc:sldMk cId="1411180302" sldId="264"/>
        </pc:sldMkLst>
        <pc:spChg chg="mod ord">
          <ac:chgData name="Fabio Stoffels" userId="S::03stoffelsfa@koblenzcbs.onmicrosoft.com::443678ea-87f3-4940-a9f9-1fef37208cc3" providerId="AD" clId="Web-{526486DE-A91A-E19C-56C9-A0C568744889}" dt="2026-05-07T06:28:48.475" v="146" actId="20577"/>
          <ac:spMkLst>
            <pc:docMk/>
            <pc:sldMk cId="1411180302" sldId="264"/>
            <ac:spMk id="2" creationId="{1A64E434-FE3D-AF86-2FED-A50391570B07}"/>
          </ac:spMkLst>
        </pc:spChg>
        <pc:spChg chg="del mod ord">
          <ac:chgData name="Fabio Stoffels" userId="S::03stoffelsfa@koblenzcbs.onmicrosoft.com::443678ea-87f3-4940-a9f9-1fef37208cc3" providerId="AD" clId="Web-{526486DE-A91A-E19C-56C9-A0C568744889}" dt="2026-05-07T06:28:11.522" v="127"/>
          <ac:spMkLst>
            <pc:docMk/>
            <pc:sldMk cId="1411180302" sldId="264"/>
            <ac:spMk id="3" creationId="{5D368B92-D942-A690-5829-9A3FDEF81CD8}"/>
          </ac:spMkLst>
        </pc:spChg>
        <pc:spChg chg="add">
          <ac:chgData name="Fabio Stoffels" userId="S::03stoffelsfa@koblenzcbs.onmicrosoft.com::443678ea-87f3-4940-a9f9-1fef37208cc3" providerId="AD" clId="Web-{526486DE-A91A-E19C-56C9-A0C568744889}" dt="2026-05-07T06:19:03.363" v="21"/>
          <ac:spMkLst>
            <pc:docMk/>
            <pc:sldMk cId="1411180302" sldId="264"/>
            <ac:spMk id="8" creationId="{290FE681-1E05-478A-89DC-5F7AB37CFD77}"/>
          </ac:spMkLst>
        </pc:spChg>
        <pc:graphicFrameChg chg="add">
          <ac:chgData name="Fabio Stoffels" userId="S::03stoffelsfa@koblenzcbs.onmicrosoft.com::443678ea-87f3-4940-a9f9-1fef37208cc3" providerId="AD" clId="Web-{526486DE-A91A-E19C-56C9-A0C568744889}" dt="2026-05-07T06:28:11.522" v="127"/>
          <ac:graphicFrameMkLst>
            <pc:docMk/>
            <pc:sldMk cId="1411180302" sldId="264"/>
            <ac:graphicFrameMk id="12" creationId="{B4390615-ED17-DA16-F769-F0C368D788A4}"/>
          </ac:graphicFrameMkLst>
        </pc:graphicFrameChg>
        <pc:cxnChg chg="add">
          <ac:chgData name="Fabio Stoffels" userId="S::03stoffelsfa@koblenzcbs.onmicrosoft.com::443678ea-87f3-4940-a9f9-1fef37208cc3" providerId="AD" clId="Web-{526486DE-A91A-E19C-56C9-A0C568744889}" dt="2026-05-07T06:19:03.363" v="21"/>
          <ac:cxnSpMkLst>
            <pc:docMk/>
            <pc:sldMk cId="1411180302" sldId="264"/>
            <ac:cxnSpMk id="10" creationId="{2E2F21DC-5F0E-42CF-B89C-C1E25E175CB8}"/>
          </ac:cxnSpMkLst>
        </pc:cxnChg>
      </pc:sldChg>
      <pc:sldChg chg="addSp delSp modSp mod setBg modClrScheme chgLayout">
        <pc:chgData name="Fabio Stoffels" userId="S::03stoffelsfa@koblenzcbs.onmicrosoft.com::443678ea-87f3-4940-a9f9-1fef37208cc3" providerId="AD" clId="Web-{526486DE-A91A-E19C-56C9-A0C568744889}" dt="2026-05-07T06:30:10.195" v="173" actId="1076"/>
        <pc:sldMkLst>
          <pc:docMk/>
          <pc:sldMk cId="2056710626" sldId="265"/>
        </pc:sldMkLst>
        <pc:spChg chg="del mod ord">
          <ac:chgData name="Fabio Stoffels" userId="S::03stoffelsfa@koblenzcbs.onmicrosoft.com::443678ea-87f3-4940-a9f9-1fef37208cc3" providerId="AD" clId="Web-{526486DE-A91A-E19C-56C9-A0C568744889}" dt="2026-05-07T06:29:11.522" v="148"/>
          <ac:spMkLst>
            <pc:docMk/>
            <pc:sldMk cId="2056710626" sldId="265"/>
            <ac:spMk id="2" creationId="{06E5984D-08D3-FBD9-3422-3360BC555066}"/>
          </ac:spMkLst>
        </pc:spChg>
        <pc:spChg chg="del mod ord">
          <ac:chgData name="Fabio Stoffels" userId="S::03stoffelsfa@koblenzcbs.onmicrosoft.com::443678ea-87f3-4940-a9f9-1fef37208cc3" providerId="AD" clId="Web-{526486DE-A91A-E19C-56C9-A0C568744889}" dt="2026-05-07T06:19:10.738" v="22"/>
          <ac:spMkLst>
            <pc:docMk/>
            <pc:sldMk cId="2056710626" sldId="265"/>
            <ac:spMk id="3" creationId="{4ACF1CEC-230A-F81E-86EB-58E22C652B6D}"/>
          </ac:spMkLst>
        </pc:spChg>
        <pc:spChg chg="add">
          <ac:chgData name="Fabio Stoffels" userId="S::03stoffelsfa@koblenzcbs.onmicrosoft.com::443678ea-87f3-4940-a9f9-1fef37208cc3" providerId="AD" clId="Web-{526486DE-A91A-E19C-56C9-A0C568744889}" dt="2026-05-07T06:19:10.738" v="22"/>
          <ac:spMkLst>
            <pc:docMk/>
            <pc:sldMk cId="2056710626" sldId="265"/>
            <ac:spMk id="9" creationId="{2C33F367-76E5-4D2A-96B1-4FD443CDD1CF}"/>
          </ac:spMkLst>
        </pc:spChg>
        <pc:spChg chg="add">
          <ac:chgData name="Fabio Stoffels" userId="S::03stoffelsfa@koblenzcbs.onmicrosoft.com::443678ea-87f3-4940-a9f9-1fef37208cc3" providerId="AD" clId="Web-{526486DE-A91A-E19C-56C9-A0C568744889}" dt="2026-05-07T06:19:10.738" v="22"/>
          <ac:spMkLst>
            <pc:docMk/>
            <pc:sldMk cId="2056710626" sldId="265"/>
            <ac:spMk id="11" creationId="{6F769419-3E73-449D-B62A-0CDEC946A679}"/>
          </ac:spMkLst>
        </pc:spChg>
        <pc:spChg chg="add mod">
          <ac:chgData name="Fabio Stoffels" userId="S::03stoffelsfa@koblenzcbs.onmicrosoft.com::443678ea-87f3-4940-a9f9-1fef37208cc3" providerId="AD" clId="Web-{526486DE-A91A-E19C-56C9-A0C568744889}" dt="2026-05-07T06:30:10.195" v="173" actId="1076"/>
          <ac:spMkLst>
            <pc:docMk/>
            <pc:sldMk cId="2056710626" sldId="265"/>
            <ac:spMk id="52" creationId="{923E1375-E319-2E0F-9C48-E95B857236F8}"/>
          </ac:spMkLst>
        </pc:spChg>
        <pc:grpChg chg="add">
          <ac:chgData name="Fabio Stoffels" userId="S::03stoffelsfa@koblenzcbs.onmicrosoft.com::443678ea-87f3-4940-a9f9-1fef37208cc3" providerId="AD" clId="Web-{526486DE-A91A-E19C-56C9-A0C568744889}" dt="2026-05-07T06:19:10.738" v="22"/>
          <ac:grpSpMkLst>
            <pc:docMk/>
            <pc:sldMk cId="2056710626" sldId="265"/>
            <ac:grpSpMk id="13" creationId="{A6515200-42F9-488F-9895-6CDBCD1E87C8}"/>
          </ac:grpSpMkLst>
        </pc:grpChg>
        <pc:graphicFrameChg chg="add mod">
          <ac:chgData name="Fabio Stoffels" userId="S::03stoffelsfa@koblenzcbs.onmicrosoft.com::443678ea-87f3-4940-a9f9-1fef37208cc3" providerId="AD" clId="Web-{526486DE-A91A-E19C-56C9-A0C568744889}" dt="2026-05-07T06:29:15.788" v="149" actId="1076"/>
          <ac:graphicFrameMkLst>
            <pc:docMk/>
            <pc:sldMk cId="2056710626" sldId="265"/>
            <ac:graphicFrameMk id="5" creationId="{79CDD616-BC68-15CC-7216-05EAB9BAA7CC}"/>
          </ac:graphicFrameMkLst>
        </pc:graphicFrameChg>
      </pc:sldChg>
      <pc:sldChg chg="addSp delSp modSp new del mod setBg">
        <pc:chgData name="Fabio Stoffels" userId="S::03stoffelsfa@koblenzcbs.onmicrosoft.com::443678ea-87f3-4940-a9f9-1fef37208cc3" providerId="AD" clId="Web-{526486DE-A91A-E19C-56C9-A0C568744889}" dt="2026-05-07T06:54:54.725" v="205"/>
        <pc:sldMkLst>
          <pc:docMk/>
          <pc:sldMk cId="3638860857" sldId="266"/>
        </pc:sldMkLst>
        <pc:spChg chg="add del">
          <ac:chgData name="Fabio Stoffels" userId="S::03stoffelsfa@koblenzcbs.onmicrosoft.com::443678ea-87f3-4940-a9f9-1fef37208cc3" providerId="AD" clId="Web-{526486DE-A91A-E19C-56C9-A0C568744889}" dt="2026-05-07T06:51:01.926" v="187"/>
          <ac:spMkLst>
            <pc:docMk/>
            <pc:sldMk cId="3638860857" sldId="266"/>
            <ac:spMk id="7" creationId="{43F8250A-B5BC-48E8-9E34-320C6AB61351}"/>
          </ac:spMkLst>
        </pc:spChg>
        <pc:spChg chg="add del">
          <ac:chgData name="Fabio Stoffels" userId="S::03stoffelsfa@koblenzcbs.onmicrosoft.com::443678ea-87f3-4940-a9f9-1fef37208cc3" providerId="AD" clId="Web-{526486DE-A91A-E19C-56C9-A0C568744889}" dt="2026-05-07T06:51:01.926" v="187"/>
          <ac:spMkLst>
            <pc:docMk/>
            <pc:sldMk cId="3638860857" sldId="266"/>
            <ac:spMk id="9" creationId="{A2829537-8D6E-4F27-8454-8F19BEA8C11F}"/>
          </ac:spMkLst>
        </pc:spChg>
        <pc:spChg chg="add">
          <ac:chgData name="Fabio Stoffels" userId="S::03stoffelsfa@koblenzcbs.onmicrosoft.com::443678ea-87f3-4940-a9f9-1fef37208cc3" providerId="AD" clId="Web-{526486DE-A91A-E19C-56C9-A0C568744889}" dt="2026-05-07T06:51:01.942" v="188"/>
          <ac:spMkLst>
            <pc:docMk/>
            <pc:sldMk cId="3638860857" sldId="266"/>
            <ac:spMk id="11" creationId="{9A212F8F-D812-4A16-BE82-F3500DE32174}"/>
          </ac:spMkLst>
        </pc:spChg>
        <pc:spChg chg="add">
          <ac:chgData name="Fabio Stoffels" userId="S::03stoffelsfa@koblenzcbs.onmicrosoft.com::443678ea-87f3-4940-a9f9-1fef37208cc3" providerId="AD" clId="Web-{526486DE-A91A-E19C-56C9-A0C568744889}" dt="2026-05-07T06:51:01.942" v="188"/>
          <ac:spMkLst>
            <pc:docMk/>
            <pc:sldMk cId="3638860857" sldId="266"/>
            <ac:spMk id="12" creationId="{D2CF1D1B-04ED-443D-A9FE-68BF8859BDD6}"/>
          </ac:spMkLst>
        </pc:spChg>
        <pc:picChg chg="add del mod">
          <ac:chgData name="Fabio Stoffels" userId="S::03stoffelsfa@koblenzcbs.onmicrosoft.com::443678ea-87f3-4940-a9f9-1fef37208cc3" providerId="AD" clId="Web-{526486DE-A91A-E19C-56C9-A0C568744889}" dt="2026-05-07T06:54:51.834" v="204"/>
          <ac:picMkLst>
            <pc:docMk/>
            <pc:sldMk cId="3638860857" sldId="266"/>
            <ac:picMk id="2" creationId="{CB4522E8-C162-EA84-64B6-3A23D857AE0D}"/>
          </ac:picMkLst>
        </pc:picChg>
      </pc:sldChg>
      <pc:sldChg chg="addSp modSp new">
        <pc:chgData name="Fabio Stoffels" userId="S::03stoffelsfa@koblenzcbs.onmicrosoft.com::443678ea-87f3-4940-a9f9-1fef37208cc3" providerId="AD" clId="Web-{526486DE-A91A-E19C-56C9-A0C568744889}" dt="2026-05-07T06:57:58.585" v="222" actId="1076"/>
        <pc:sldMkLst>
          <pc:docMk/>
          <pc:sldMk cId="2973959753" sldId="267"/>
        </pc:sldMkLst>
        <pc:picChg chg="add mod">
          <ac:chgData name="Fabio Stoffels" userId="S::03stoffelsfa@koblenzcbs.onmicrosoft.com::443678ea-87f3-4940-a9f9-1fef37208cc3" providerId="AD" clId="Web-{526486DE-A91A-E19C-56C9-A0C568744889}" dt="2026-05-07T06:57:58.585" v="222" actId="1076"/>
          <ac:picMkLst>
            <pc:docMk/>
            <pc:sldMk cId="2973959753" sldId="267"/>
            <ac:picMk id="2" creationId="{CA5F72FC-8FC9-7EC0-0E61-2B25384EFF48}"/>
          </ac:picMkLst>
        </pc:picChg>
      </pc:sldChg>
      <pc:sldChg chg="addSp modSp new">
        <pc:chgData name="Fabio Stoffels" userId="S::03stoffelsfa@koblenzcbs.onmicrosoft.com::443678ea-87f3-4940-a9f9-1fef37208cc3" providerId="AD" clId="Web-{526486DE-A91A-E19C-56C9-A0C568744889}" dt="2026-05-07T06:57:46.460" v="220" actId="1076"/>
        <pc:sldMkLst>
          <pc:docMk/>
          <pc:sldMk cId="3925814226" sldId="268"/>
        </pc:sldMkLst>
        <pc:picChg chg="add mod">
          <ac:chgData name="Fabio Stoffels" userId="S::03stoffelsfa@koblenzcbs.onmicrosoft.com::443678ea-87f3-4940-a9f9-1fef37208cc3" providerId="AD" clId="Web-{526486DE-A91A-E19C-56C9-A0C568744889}" dt="2026-05-07T06:57:46.460" v="220" actId="1076"/>
          <ac:picMkLst>
            <pc:docMk/>
            <pc:sldMk cId="3925814226" sldId="268"/>
            <ac:picMk id="2" creationId="{3FDF2052-A3D9-2162-0079-96516F4594BE}"/>
          </ac:picMkLst>
        </pc:picChg>
      </pc:sldChg>
      <pc:sldMasterChg chg="del delSldLayout">
        <pc:chgData name="Fabio Stoffels" userId="S::03stoffelsfa@koblenzcbs.onmicrosoft.com::443678ea-87f3-4940-a9f9-1fef37208cc3" providerId="AD" clId="Web-{526486DE-A91A-E19C-56C9-A0C568744889}" dt="2026-05-07T06:16:30.783" v="0"/>
        <pc:sldMasterMkLst>
          <pc:docMk/>
          <pc:sldMasterMk cId="3179392087" sldId="2147483660"/>
        </pc:sldMasterMkLst>
        <pc:sldLayoutChg chg="del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3179392087" sldId="2147483660"/>
            <pc:sldLayoutMk cId="1584681036" sldId="2147483661"/>
          </pc:sldLayoutMkLst>
        </pc:sldLayoutChg>
        <pc:sldLayoutChg chg="del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3179392087" sldId="2147483660"/>
            <pc:sldLayoutMk cId="1903748764" sldId="2147483662"/>
          </pc:sldLayoutMkLst>
        </pc:sldLayoutChg>
        <pc:sldLayoutChg chg="del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3179392087" sldId="2147483660"/>
            <pc:sldLayoutMk cId="594219564" sldId="2147483663"/>
          </pc:sldLayoutMkLst>
        </pc:sldLayoutChg>
        <pc:sldLayoutChg chg="del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3179392087" sldId="2147483660"/>
            <pc:sldLayoutMk cId="3040515844" sldId="2147483664"/>
          </pc:sldLayoutMkLst>
        </pc:sldLayoutChg>
        <pc:sldLayoutChg chg="del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3179392087" sldId="2147483660"/>
            <pc:sldLayoutMk cId="2330968365" sldId="2147483665"/>
          </pc:sldLayoutMkLst>
        </pc:sldLayoutChg>
        <pc:sldLayoutChg chg="del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3179392087" sldId="2147483660"/>
            <pc:sldLayoutMk cId="255781655" sldId="2147483666"/>
          </pc:sldLayoutMkLst>
        </pc:sldLayoutChg>
        <pc:sldLayoutChg chg="del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3179392087" sldId="2147483660"/>
            <pc:sldLayoutMk cId="1899020697" sldId="2147483667"/>
          </pc:sldLayoutMkLst>
        </pc:sldLayoutChg>
        <pc:sldLayoutChg chg="del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3179392087" sldId="2147483660"/>
            <pc:sldLayoutMk cId="1202873571" sldId="2147483668"/>
          </pc:sldLayoutMkLst>
        </pc:sldLayoutChg>
        <pc:sldLayoutChg chg="del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3179392087" sldId="2147483660"/>
            <pc:sldLayoutMk cId="2691163215" sldId="2147483669"/>
          </pc:sldLayoutMkLst>
        </pc:sldLayoutChg>
        <pc:sldLayoutChg chg="del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3179392087" sldId="2147483660"/>
            <pc:sldLayoutMk cId="3499079179" sldId="2147483670"/>
          </pc:sldLayoutMkLst>
        </pc:sldLayoutChg>
        <pc:sldLayoutChg chg="del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3179392087" sldId="2147483660"/>
            <pc:sldLayoutMk cId="2304409637" sldId="2147483671"/>
          </pc:sldLayoutMkLst>
        </pc:sldLayoutChg>
        <pc:sldLayoutChg chg="del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3179392087" sldId="2147483660"/>
            <pc:sldLayoutMk cId="653569886" sldId="2147483672"/>
          </pc:sldLayoutMkLst>
        </pc:sldLayoutChg>
        <pc:sldLayoutChg chg="del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3179392087" sldId="2147483660"/>
            <pc:sldLayoutMk cId="105851461" sldId="2147483673"/>
          </pc:sldLayoutMkLst>
        </pc:sldLayoutChg>
        <pc:sldLayoutChg chg="del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3179392087" sldId="2147483660"/>
            <pc:sldLayoutMk cId="2128125735" sldId="2147483674"/>
          </pc:sldLayoutMkLst>
        </pc:sldLayoutChg>
        <pc:sldLayoutChg chg="del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3179392087" sldId="2147483660"/>
            <pc:sldLayoutMk cId="2816711118" sldId="2147483675"/>
          </pc:sldLayoutMkLst>
        </pc:sldLayoutChg>
        <pc:sldLayoutChg chg="del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3179392087" sldId="2147483660"/>
            <pc:sldLayoutMk cId="2288827273" sldId="2147483676"/>
          </pc:sldLayoutMkLst>
        </pc:sldLayoutChg>
        <pc:sldLayoutChg chg="del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3179392087" sldId="2147483660"/>
            <pc:sldLayoutMk cId="3764773090" sldId="2147483677"/>
          </pc:sldLayoutMkLst>
        </pc:sldLayoutChg>
      </pc:sldMasterChg>
      <pc:sldMasterChg chg="add addSldLayout modSldLayout">
        <pc:chgData name="Fabio Stoffels" userId="S::03stoffelsfa@koblenzcbs.onmicrosoft.com::443678ea-87f3-4940-a9f9-1fef37208cc3" providerId="AD" clId="Web-{526486DE-A91A-E19C-56C9-A0C568744889}" dt="2026-05-07T06:16:30.783" v="0"/>
        <pc:sldMasterMkLst>
          <pc:docMk/>
          <pc:sldMasterMk cId="4254963811" sldId="2147483678"/>
        </pc:sldMasterMkLst>
        <pc:sldLayoutChg chg="add mod replId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4254963811" sldId="2147483678"/>
            <pc:sldLayoutMk cId="3461621119" sldId="2147483679"/>
          </pc:sldLayoutMkLst>
        </pc:sldLayoutChg>
        <pc:sldLayoutChg chg="add mod replId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4254963811" sldId="2147483678"/>
            <pc:sldLayoutMk cId="2277553217" sldId="2147483680"/>
          </pc:sldLayoutMkLst>
        </pc:sldLayoutChg>
        <pc:sldLayoutChg chg="add mod replId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4254963811" sldId="2147483678"/>
            <pc:sldLayoutMk cId="1930194938" sldId="2147483681"/>
          </pc:sldLayoutMkLst>
        </pc:sldLayoutChg>
        <pc:sldLayoutChg chg="add mod replId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4254963811" sldId="2147483678"/>
            <pc:sldLayoutMk cId="2001096788" sldId="2147483682"/>
          </pc:sldLayoutMkLst>
        </pc:sldLayoutChg>
        <pc:sldLayoutChg chg="add mod replId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4254963811" sldId="2147483678"/>
            <pc:sldLayoutMk cId="172046546" sldId="2147483683"/>
          </pc:sldLayoutMkLst>
        </pc:sldLayoutChg>
        <pc:sldLayoutChg chg="add mod replId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4254963811" sldId="2147483678"/>
            <pc:sldLayoutMk cId="2097308932" sldId="2147483684"/>
          </pc:sldLayoutMkLst>
        </pc:sldLayoutChg>
        <pc:sldLayoutChg chg="add mod replId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4254963811" sldId="2147483678"/>
            <pc:sldLayoutMk cId="3885188594" sldId="2147483685"/>
          </pc:sldLayoutMkLst>
        </pc:sldLayoutChg>
        <pc:sldLayoutChg chg="add mod replId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4254963811" sldId="2147483678"/>
            <pc:sldLayoutMk cId="2105171089" sldId="2147483686"/>
          </pc:sldLayoutMkLst>
        </pc:sldLayoutChg>
        <pc:sldLayoutChg chg="add mod replId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4254963811" sldId="2147483678"/>
            <pc:sldLayoutMk cId="2295681637" sldId="2147483687"/>
          </pc:sldLayoutMkLst>
        </pc:sldLayoutChg>
        <pc:sldLayoutChg chg="add mod replId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4254963811" sldId="2147483678"/>
            <pc:sldLayoutMk cId="2323703007" sldId="2147483688"/>
          </pc:sldLayoutMkLst>
        </pc:sldLayoutChg>
        <pc:sldLayoutChg chg="add mod replId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4254963811" sldId="2147483678"/>
            <pc:sldLayoutMk cId="3064818976" sldId="2147483689"/>
          </pc:sldLayoutMkLst>
        </pc:sldLayoutChg>
        <pc:sldLayoutChg chg="add mod replId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4254963811" sldId="2147483678"/>
            <pc:sldLayoutMk cId="748434190" sldId="2147483690"/>
          </pc:sldLayoutMkLst>
        </pc:sldLayoutChg>
        <pc:sldLayoutChg chg="add mod replId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4254963811" sldId="2147483678"/>
            <pc:sldLayoutMk cId="1434744867" sldId="2147483691"/>
          </pc:sldLayoutMkLst>
        </pc:sldLayoutChg>
        <pc:sldLayoutChg chg="add mod replId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4254963811" sldId="2147483678"/>
            <pc:sldLayoutMk cId="189725793" sldId="2147483692"/>
          </pc:sldLayoutMkLst>
        </pc:sldLayoutChg>
        <pc:sldLayoutChg chg="add mod replId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4254963811" sldId="2147483678"/>
            <pc:sldLayoutMk cId="2828268590" sldId="2147483693"/>
          </pc:sldLayoutMkLst>
        </pc:sldLayoutChg>
        <pc:sldLayoutChg chg="add mod replId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4254963811" sldId="2147483678"/>
            <pc:sldLayoutMk cId="547486243" sldId="2147483694"/>
          </pc:sldLayoutMkLst>
        </pc:sldLayoutChg>
        <pc:sldLayoutChg chg="add mod replId">
          <pc:chgData name="Fabio Stoffels" userId="S::03stoffelsfa@koblenzcbs.onmicrosoft.com::443678ea-87f3-4940-a9f9-1fef37208cc3" providerId="AD" clId="Web-{526486DE-A91A-E19C-56C9-A0C568744889}" dt="2026-05-07T06:16:30.783" v="0"/>
          <pc:sldLayoutMkLst>
            <pc:docMk/>
            <pc:sldMasterMk cId="4254963811" sldId="2147483678"/>
            <pc:sldLayoutMk cId="3617071461" sldId="2147483695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2F2BDC-BCAC-45C6-997D-4167636AA43E}" type="doc">
      <dgm:prSet loTypeId="urn:microsoft.com/office/officeart/2005/8/layout/vList2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21A854C-9F9C-47B9-92CF-BAB99CA0D734}">
      <dgm:prSet/>
      <dgm:spPr/>
      <dgm:t>
        <a:bodyPr/>
        <a:lstStyle/>
        <a:p>
          <a:r>
            <a:rPr lang="de-DE"/>
            <a:t>Klassisches Tic‑Tac‑Toe für zwei Spieler</a:t>
          </a:r>
          <a:endParaRPr lang="en-US"/>
        </a:p>
      </dgm:t>
    </dgm:pt>
    <dgm:pt modelId="{FDD31CFC-E46D-4362-9635-50DA7AD4748C}" type="parTrans" cxnId="{DC444233-A870-49EB-8374-FCD53DBDE260}">
      <dgm:prSet/>
      <dgm:spPr/>
      <dgm:t>
        <a:bodyPr/>
        <a:lstStyle/>
        <a:p>
          <a:endParaRPr lang="en-US"/>
        </a:p>
      </dgm:t>
    </dgm:pt>
    <dgm:pt modelId="{6A9D983B-EDA5-487A-95BF-BD4BF32BBDFD}" type="sibTrans" cxnId="{DC444233-A870-49EB-8374-FCD53DBDE260}">
      <dgm:prSet/>
      <dgm:spPr/>
      <dgm:t>
        <a:bodyPr/>
        <a:lstStyle/>
        <a:p>
          <a:endParaRPr lang="en-US"/>
        </a:p>
      </dgm:t>
    </dgm:pt>
    <dgm:pt modelId="{04976CF2-03F6-45F9-8154-BCF33A966265}">
      <dgm:prSet/>
      <dgm:spPr/>
      <dgm:t>
        <a:bodyPr/>
        <a:lstStyle/>
        <a:p>
          <a:r>
            <a:rPr lang="de-DE"/>
            <a:t>Desktop‑Anwendung mit Java Swing</a:t>
          </a:r>
          <a:endParaRPr lang="en-US"/>
        </a:p>
      </dgm:t>
    </dgm:pt>
    <dgm:pt modelId="{13928DE7-E82E-4ADD-8A14-6D33D38608BA}" type="parTrans" cxnId="{09F5B68A-E8C3-42AE-B29D-BBA3CD99B3C5}">
      <dgm:prSet/>
      <dgm:spPr/>
      <dgm:t>
        <a:bodyPr/>
        <a:lstStyle/>
        <a:p>
          <a:endParaRPr lang="en-US"/>
        </a:p>
      </dgm:t>
    </dgm:pt>
    <dgm:pt modelId="{B7CD1205-A64A-4607-9797-5B88C966B8CD}" type="sibTrans" cxnId="{09F5B68A-E8C3-42AE-B29D-BBA3CD99B3C5}">
      <dgm:prSet/>
      <dgm:spPr/>
      <dgm:t>
        <a:bodyPr/>
        <a:lstStyle/>
        <a:p>
          <a:endParaRPr lang="en-US"/>
        </a:p>
      </dgm:t>
    </dgm:pt>
    <dgm:pt modelId="{1B18EC0C-1032-4964-BB72-7B2DD85DC6E6}">
      <dgm:prSet/>
      <dgm:spPr/>
      <dgm:t>
        <a:bodyPr/>
        <a:lstStyle/>
        <a:p>
          <a:r>
            <a:rPr lang="de-DE"/>
            <a:t>Klare Trennung von Logik und Oberfläche</a:t>
          </a:r>
          <a:endParaRPr lang="en-US"/>
        </a:p>
      </dgm:t>
    </dgm:pt>
    <dgm:pt modelId="{6FD6E688-C688-4155-B4BA-63C1AF883ADC}" type="parTrans" cxnId="{FD24E41B-A34F-4175-9AD3-678E3F398250}">
      <dgm:prSet/>
      <dgm:spPr/>
      <dgm:t>
        <a:bodyPr/>
        <a:lstStyle/>
        <a:p>
          <a:endParaRPr lang="en-US"/>
        </a:p>
      </dgm:t>
    </dgm:pt>
    <dgm:pt modelId="{E2359C68-9D5C-4D91-872D-EB7DFE1ED296}" type="sibTrans" cxnId="{FD24E41B-A34F-4175-9AD3-678E3F398250}">
      <dgm:prSet/>
      <dgm:spPr/>
      <dgm:t>
        <a:bodyPr/>
        <a:lstStyle/>
        <a:p>
          <a:endParaRPr lang="en-US"/>
        </a:p>
      </dgm:t>
    </dgm:pt>
    <dgm:pt modelId="{88FD81DA-032D-4086-B595-0554537E8E82}">
      <dgm:prSet/>
      <dgm:spPr/>
      <dgm:t>
        <a:bodyPr/>
        <a:lstStyle/>
        <a:p>
          <a:r>
            <a:rPr lang="de-DE"/>
            <a:t>Keine externen Bibliotheken</a:t>
          </a:r>
          <a:endParaRPr lang="en-US"/>
        </a:p>
      </dgm:t>
    </dgm:pt>
    <dgm:pt modelId="{BD111516-EA70-450C-8D01-513502199E8D}" type="parTrans" cxnId="{BD6E14BF-E96F-413A-B88F-449F3016DDCD}">
      <dgm:prSet/>
      <dgm:spPr/>
      <dgm:t>
        <a:bodyPr/>
        <a:lstStyle/>
        <a:p>
          <a:endParaRPr lang="en-US"/>
        </a:p>
      </dgm:t>
    </dgm:pt>
    <dgm:pt modelId="{CC6A1F0C-CF38-4879-AB9A-5EEFC288C286}" type="sibTrans" cxnId="{BD6E14BF-E96F-413A-B88F-449F3016DDCD}">
      <dgm:prSet/>
      <dgm:spPr/>
      <dgm:t>
        <a:bodyPr/>
        <a:lstStyle/>
        <a:p>
          <a:endParaRPr lang="en-US"/>
        </a:p>
      </dgm:t>
    </dgm:pt>
    <dgm:pt modelId="{4C6F1EE6-8DAC-47F1-A6B9-2BACB25EDEC3}" type="pres">
      <dgm:prSet presAssocID="{6C2F2BDC-BCAC-45C6-997D-4167636AA43E}" presName="linear" presStyleCnt="0">
        <dgm:presLayoutVars>
          <dgm:animLvl val="lvl"/>
          <dgm:resizeHandles val="exact"/>
        </dgm:presLayoutVars>
      </dgm:prSet>
      <dgm:spPr/>
    </dgm:pt>
    <dgm:pt modelId="{EC7E1528-4071-4B1B-85FA-2C2DE46F938E}" type="pres">
      <dgm:prSet presAssocID="{921A854C-9F9C-47B9-92CF-BAB99CA0D73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6A14C3A-C608-45E9-B4A5-5C17EED30B65}" type="pres">
      <dgm:prSet presAssocID="{6A9D983B-EDA5-487A-95BF-BD4BF32BBDFD}" presName="spacer" presStyleCnt="0"/>
      <dgm:spPr/>
    </dgm:pt>
    <dgm:pt modelId="{6B28C7BE-6661-404D-ADBF-4E75AA67CBBB}" type="pres">
      <dgm:prSet presAssocID="{04976CF2-03F6-45F9-8154-BCF33A96626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CDB0F6C-9243-4D39-8004-29F601F1CC3F}" type="pres">
      <dgm:prSet presAssocID="{B7CD1205-A64A-4607-9797-5B88C966B8CD}" presName="spacer" presStyleCnt="0"/>
      <dgm:spPr/>
    </dgm:pt>
    <dgm:pt modelId="{0914CE08-2D62-4B35-A1B8-EA0B2B740ADB}" type="pres">
      <dgm:prSet presAssocID="{1B18EC0C-1032-4964-BB72-7B2DD85DC6E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891A553-EB55-404C-84A9-2D55370BCED2}" type="pres">
      <dgm:prSet presAssocID="{E2359C68-9D5C-4D91-872D-EB7DFE1ED296}" presName="spacer" presStyleCnt="0"/>
      <dgm:spPr/>
    </dgm:pt>
    <dgm:pt modelId="{80A1F8F1-73B4-4334-857E-A7F5FDA21248}" type="pres">
      <dgm:prSet presAssocID="{88FD81DA-032D-4086-B595-0554537E8E8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0DFB206-34C7-4B3B-B9DC-654E2BE9AC0B}" type="presOf" srcId="{921A854C-9F9C-47B9-92CF-BAB99CA0D734}" destId="{EC7E1528-4071-4B1B-85FA-2C2DE46F938E}" srcOrd="0" destOrd="0" presId="urn:microsoft.com/office/officeart/2005/8/layout/vList2"/>
    <dgm:cxn modelId="{FD24E41B-A34F-4175-9AD3-678E3F398250}" srcId="{6C2F2BDC-BCAC-45C6-997D-4167636AA43E}" destId="{1B18EC0C-1032-4964-BB72-7B2DD85DC6E6}" srcOrd="2" destOrd="0" parTransId="{6FD6E688-C688-4155-B4BA-63C1AF883ADC}" sibTransId="{E2359C68-9D5C-4D91-872D-EB7DFE1ED296}"/>
    <dgm:cxn modelId="{DC444233-A870-49EB-8374-FCD53DBDE260}" srcId="{6C2F2BDC-BCAC-45C6-997D-4167636AA43E}" destId="{921A854C-9F9C-47B9-92CF-BAB99CA0D734}" srcOrd="0" destOrd="0" parTransId="{FDD31CFC-E46D-4362-9635-50DA7AD4748C}" sibTransId="{6A9D983B-EDA5-487A-95BF-BD4BF32BBDFD}"/>
    <dgm:cxn modelId="{7E4A173D-2BE5-4FD5-ACD6-5B27A79A7646}" type="presOf" srcId="{1B18EC0C-1032-4964-BB72-7B2DD85DC6E6}" destId="{0914CE08-2D62-4B35-A1B8-EA0B2B740ADB}" srcOrd="0" destOrd="0" presId="urn:microsoft.com/office/officeart/2005/8/layout/vList2"/>
    <dgm:cxn modelId="{9B266944-447A-4BA2-A9B9-153359D35CE9}" type="presOf" srcId="{6C2F2BDC-BCAC-45C6-997D-4167636AA43E}" destId="{4C6F1EE6-8DAC-47F1-A6B9-2BACB25EDEC3}" srcOrd="0" destOrd="0" presId="urn:microsoft.com/office/officeart/2005/8/layout/vList2"/>
    <dgm:cxn modelId="{C6C97052-454E-4B89-BA08-45D052CCAE05}" type="presOf" srcId="{04976CF2-03F6-45F9-8154-BCF33A966265}" destId="{6B28C7BE-6661-404D-ADBF-4E75AA67CBBB}" srcOrd="0" destOrd="0" presId="urn:microsoft.com/office/officeart/2005/8/layout/vList2"/>
    <dgm:cxn modelId="{09F5B68A-E8C3-42AE-B29D-BBA3CD99B3C5}" srcId="{6C2F2BDC-BCAC-45C6-997D-4167636AA43E}" destId="{04976CF2-03F6-45F9-8154-BCF33A966265}" srcOrd="1" destOrd="0" parTransId="{13928DE7-E82E-4ADD-8A14-6D33D38608BA}" sibTransId="{B7CD1205-A64A-4607-9797-5B88C966B8CD}"/>
    <dgm:cxn modelId="{BD6E14BF-E96F-413A-B88F-449F3016DDCD}" srcId="{6C2F2BDC-BCAC-45C6-997D-4167636AA43E}" destId="{88FD81DA-032D-4086-B595-0554537E8E82}" srcOrd="3" destOrd="0" parTransId="{BD111516-EA70-450C-8D01-513502199E8D}" sibTransId="{CC6A1F0C-CF38-4879-AB9A-5EEFC288C286}"/>
    <dgm:cxn modelId="{BA15B3D8-B1EE-46BF-8F74-CD0BD61908A0}" type="presOf" srcId="{88FD81DA-032D-4086-B595-0554537E8E82}" destId="{80A1F8F1-73B4-4334-857E-A7F5FDA21248}" srcOrd="0" destOrd="0" presId="urn:microsoft.com/office/officeart/2005/8/layout/vList2"/>
    <dgm:cxn modelId="{1ACA4640-23B8-4A6E-978D-D55AB2CD39F3}" type="presParOf" srcId="{4C6F1EE6-8DAC-47F1-A6B9-2BACB25EDEC3}" destId="{EC7E1528-4071-4B1B-85FA-2C2DE46F938E}" srcOrd="0" destOrd="0" presId="urn:microsoft.com/office/officeart/2005/8/layout/vList2"/>
    <dgm:cxn modelId="{3031C998-9CC6-4230-86C2-BE393164CBCE}" type="presParOf" srcId="{4C6F1EE6-8DAC-47F1-A6B9-2BACB25EDEC3}" destId="{F6A14C3A-C608-45E9-B4A5-5C17EED30B65}" srcOrd="1" destOrd="0" presId="urn:microsoft.com/office/officeart/2005/8/layout/vList2"/>
    <dgm:cxn modelId="{1A13661E-DFB9-4CB8-A5E4-4DA6F014602B}" type="presParOf" srcId="{4C6F1EE6-8DAC-47F1-A6B9-2BACB25EDEC3}" destId="{6B28C7BE-6661-404D-ADBF-4E75AA67CBBB}" srcOrd="2" destOrd="0" presId="urn:microsoft.com/office/officeart/2005/8/layout/vList2"/>
    <dgm:cxn modelId="{6A800EDC-B0E0-4AAC-9D31-6F0BCBE70004}" type="presParOf" srcId="{4C6F1EE6-8DAC-47F1-A6B9-2BACB25EDEC3}" destId="{2CDB0F6C-9243-4D39-8004-29F601F1CC3F}" srcOrd="3" destOrd="0" presId="urn:microsoft.com/office/officeart/2005/8/layout/vList2"/>
    <dgm:cxn modelId="{A241E242-91DD-43EA-BFF7-7BC862FA5127}" type="presParOf" srcId="{4C6F1EE6-8DAC-47F1-A6B9-2BACB25EDEC3}" destId="{0914CE08-2D62-4B35-A1B8-EA0B2B740ADB}" srcOrd="4" destOrd="0" presId="urn:microsoft.com/office/officeart/2005/8/layout/vList2"/>
    <dgm:cxn modelId="{BA3D26C7-8477-4CEB-8C95-8971C54C9648}" type="presParOf" srcId="{4C6F1EE6-8DAC-47F1-A6B9-2BACB25EDEC3}" destId="{E891A553-EB55-404C-84A9-2D55370BCED2}" srcOrd="5" destOrd="0" presId="urn:microsoft.com/office/officeart/2005/8/layout/vList2"/>
    <dgm:cxn modelId="{56597D5E-F344-4534-BA47-33C050CEA822}" type="presParOf" srcId="{4C6F1EE6-8DAC-47F1-A6B9-2BACB25EDEC3}" destId="{80A1F8F1-73B4-4334-857E-A7F5FDA2124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AC2153-786B-45C8-AA9B-30A2FBBC164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5A322B0-DD29-473C-AE3D-9EEA4673D738}">
      <dgm:prSet/>
      <dgm:spPr/>
      <dgm:t>
        <a:bodyPr/>
        <a:lstStyle/>
        <a:p>
          <a:r>
            <a:rPr lang="de-DE"/>
            <a:t>Umsetzung eines bekannten Spiels in Java</a:t>
          </a:r>
          <a:endParaRPr lang="en-US"/>
        </a:p>
      </dgm:t>
    </dgm:pt>
    <dgm:pt modelId="{A6C46189-F019-4E79-81C5-CB17D5488F96}" type="parTrans" cxnId="{DAA1F85F-5347-4625-BFC3-DCCD5470FE10}">
      <dgm:prSet/>
      <dgm:spPr/>
      <dgm:t>
        <a:bodyPr/>
        <a:lstStyle/>
        <a:p>
          <a:endParaRPr lang="en-US"/>
        </a:p>
      </dgm:t>
    </dgm:pt>
    <dgm:pt modelId="{DEBCC396-CE1C-41FA-B5DF-7DD9A720AD40}" type="sibTrans" cxnId="{DAA1F85F-5347-4625-BFC3-DCCD5470FE10}">
      <dgm:prSet/>
      <dgm:spPr/>
      <dgm:t>
        <a:bodyPr/>
        <a:lstStyle/>
        <a:p>
          <a:endParaRPr lang="en-US"/>
        </a:p>
      </dgm:t>
    </dgm:pt>
    <dgm:pt modelId="{7C5E9F26-1101-4421-B576-9DA996BBFA26}">
      <dgm:prSet/>
      <dgm:spPr/>
      <dgm:t>
        <a:bodyPr/>
        <a:lstStyle/>
        <a:p>
          <a:r>
            <a:rPr lang="de-DE"/>
            <a:t>Fokus auf saubere Objektorientierung</a:t>
          </a:r>
          <a:endParaRPr lang="en-US"/>
        </a:p>
      </dgm:t>
    </dgm:pt>
    <dgm:pt modelId="{B9150AB4-5EA8-45D4-814D-995F1BF8AE9D}" type="parTrans" cxnId="{4A927705-D8BD-4D1E-9D87-A9874FAD4679}">
      <dgm:prSet/>
      <dgm:spPr/>
      <dgm:t>
        <a:bodyPr/>
        <a:lstStyle/>
        <a:p>
          <a:endParaRPr lang="en-US"/>
        </a:p>
      </dgm:t>
    </dgm:pt>
    <dgm:pt modelId="{AF1A86C7-90A8-4FA1-B798-99B5A96863BC}" type="sibTrans" cxnId="{4A927705-D8BD-4D1E-9D87-A9874FAD4679}">
      <dgm:prSet/>
      <dgm:spPr/>
      <dgm:t>
        <a:bodyPr/>
        <a:lstStyle/>
        <a:p>
          <a:endParaRPr lang="en-US"/>
        </a:p>
      </dgm:t>
    </dgm:pt>
    <dgm:pt modelId="{5A156EEC-99AF-4D37-B39C-A60D6F92CC4F}">
      <dgm:prSet/>
      <dgm:spPr/>
      <dgm:t>
        <a:bodyPr/>
        <a:lstStyle/>
        <a:p>
          <a:r>
            <a:rPr lang="de-DE"/>
            <a:t>Trennung von Spiellogik, GUI und Steuerung</a:t>
          </a:r>
          <a:endParaRPr lang="en-US"/>
        </a:p>
      </dgm:t>
    </dgm:pt>
    <dgm:pt modelId="{440584F8-8DB2-4167-A8AE-AC40DCCC7BA7}" type="parTrans" cxnId="{B121E5B7-8109-43C6-8159-16BEA1E70BD6}">
      <dgm:prSet/>
      <dgm:spPr/>
      <dgm:t>
        <a:bodyPr/>
        <a:lstStyle/>
        <a:p>
          <a:endParaRPr lang="en-US"/>
        </a:p>
      </dgm:t>
    </dgm:pt>
    <dgm:pt modelId="{54F4B237-F557-4313-8079-3664FE52FA29}" type="sibTrans" cxnId="{B121E5B7-8109-43C6-8159-16BEA1E70BD6}">
      <dgm:prSet/>
      <dgm:spPr/>
      <dgm:t>
        <a:bodyPr/>
        <a:lstStyle/>
        <a:p>
          <a:endParaRPr lang="en-US"/>
        </a:p>
      </dgm:t>
    </dgm:pt>
    <dgm:pt modelId="{96BDABF9-5EED-4F06-BE8A-77EA92DC027B}">
      <dgm:prSet/>
      <dgm:spPr/>
      <dgm:t>
        <a:bodyPr/>
        <a:lstStyle/>
        <a:p>
          <a:r>
            <a:rPr lang="de-DE"/>
            <a:t>Gut erweiterbarer und übersichtlicher Code</a:t>
          </a:r>
          <a:endParaRPr lang="en-US"/>
        </a:p>
      </dgm:t>
    </dgm:pt>
    <dgm:pt modelId="{59DCC7DD-BBF6-40D8-9F30-37F70140FED9}" type="parTrans" cxnId="{01203F57-B650-4B89-A744-D4B8E5439220}">
      <dgm:prSet/>
      <dgm:spPr/>
      <dgm:t>
        <a:bodyPr/>
        <a:lstStyle/>
        <a:p>
          <a:endParaRPr lang="en-US"/>
        </a:p>
      </dgm:t>
    </dgm:pt>
    <dgm:pt modelId="{A831E263-E393-4DD7-AB72-9E35B095ADCD}" type="sibTrans" cxnId="{01203F57-B650-4B89-A744-D4B8E5439220}">
      <dgm:prSet/>
      <dgm:spPr/>
      <dgm:t>
        <a:bodyPr/>
        <a:lstStyle/>
        <a:p>
          <a:endParaRPr lang="en-US"/>
        </a:p>
      </dgm:t>
    </dgm:pt>
    <dgm:pt modelId="{18485F40-5F3C-4107-934E-AE4EBACDDA85}" type="pres">
      <dgm:prSet presAssocID="{E2AC2153-786B-45C8-AA9B-30A2FBBC1647}" presName="root" presStyleCnt="0">
        <dgm:presLayoutVars>
          <dgm:dir/>
          <dgm:resizeHandles val="exact"/>
        </dgm:presLayoutVars>
      </dgm:prSet>
      <dgm:spPr/>
    </dgm:pt>
    <dgm:pt modelId="{56E477D7-D412-450E-B8E2-A19156809B82}" type="pres">
      <dgm:prSet presAssocID="{85A322B0-DD29-473C-AE3D-9EEA4673D738}" presName="compNode" presStyleCnt="0"/>
      <dgm:spPr/>
    </dgm:pt>
    <dgm:pt modelId="{C29920B2-5E76-4C79-AF06-98BC8FCB1FFC}" type="pres">
      <dgm:prSet presAssocID="{85A322B0-DD29-473C-AE3D-9EEA4673D738}" presName="bgRect" presStyleLbl="bgShp" presStyleIdx="0" presStyleCnt="4"/>
      <dgm:spPr/>
    </dgm:pt>
    <dgm:pt modelId="{3F40C20D-F02A-4E4A-B16A-4F6E80602C5E}" type="pres">
      <dgm:prSet presAssocID="{85A322B0-DD29-473C-AE3D-9EEA4673D73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A763A519-AB82-4BB7-8DEF-91B1FFC04AFF}" type="pres">
      <dgm:prSet presAssocID="{85A322B0-DD29-473C-AE3D-9EEA4673D738}" presName="spaceRect" presStyleCnt="0"/>
      <dgm:spPr/>
    </dgm:pt>
    <dgm:pt modelId="{4B5032B9-2F8A-410A-923A-19D9F25DC697}" type="pres">
      <dgm:prSet presAssocID="{85A322B0-DD29-473C-AE3D-9EEA4673D738}" presName="parTx" presStyleLbl="revTx" presStyleIdx="0" presStyleCnt="4">
        <dgm:presLayoutVars>
          <dgm:chMax val="0"/>
          <dgm:chPref val="0"/>
        </dgm:presLayoutVars>
      </dgm:prSet>
      <dgm:spPr/>
    </dgm:pt>
    <dgm:pt modelId="{7A3C2D57-B65A-4570-B0BC-765FAFB57325}" type="pres">
      <dgm:prSet presAssocID="{DEBCC396-CE1C-41FA-B5DF-7DD9A720AD40}" presName="sibTrans" presStyleCnt="0"/>
      <dgm:spPr/>
    </dgm:pt>
    <dgm:pt modelId="{8A3E9252-7D66-423F-8757-FE6A4E79D74A}" type="pres">
      <dgm:prSet presAssocID="{7C5E9F26-1101-4421-B576-9DA996BBFA26}" presName="compNode" presStyleCnt="0"/>
      <dgm:spPr/>
    </dgm:pt>
    <dgm:pt modelId="{7843AEAA-D1FD-402E-8553-23737CBE516F}" type="pres">
      <dgm:prSet presAssocID="{7C5E9F26-1101-4421-B576-9DA996BBFA26}" presName="bgRect" presStyleLbl="bgShp" presStyleIdx="1" presStyleCnt="4"/>
      <dgm:spPr/>
    </dgm:pt>
    <dgm:pt modelId="{FEABC99D-28E1-4C3A-B319-50FC819B4D4E}" type="pres">
      <dgm:prSet presAssocID="{7C5E9F26-1101-4421-B576-9DA996BBFA2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1BF103B9-9795-41CA-8C7A-5EA285CF7EAC}" type="pres">
      <dgm:prSet presAssocID="{7C5E9F26-1101-4421-B576-9DA996BBFA26}" presName="spaceRect" presStyleCnt="0"/>
      <dgm:spPr/>
    </dgm:pt>
    <dgm:pt modelId="{9D73928A-39EF-4DC9-8C47-4CF94A8F4056}" type="pres">
      <dgm:prSet presAssocID="{7C5E9F26-1101-4421-B576-9DA996BBFA26}" presName="parTx" presStyleLbl="revTx" presStyleIdx="1" presStyleCnt="4">
        <dgm:presLayoutVars>
          <dgm:chMax val="0"/>
          <dgm:chPref val="0"/>
        </dgm:presLayoutVars>
      </dgm:prSet>
      <dgm:spPr/>
    </dgm:pt>
    <dgm:pt modelId="{E9B92C2F-827D-4E1B-98F4-D753AD2B1C42}" type="pres">
      <dgm:prSet presAssocID="{AF1A86C7-90A8-4FA1-B798-99B5A96863BC}" presName="sibTrans" presStyleCnt="0"/>
      <dgm:spPr/>
    </dgm:pt>
    <dgm:pt modelId="{0ABDC42A-A4A4-4548-A24D-7640148C6589}" type="pres">
      <dgm:prSet presAssocID="{5A156EEC-99AF-4D37-B39C-A60D6F92CC4F}" presName="compNode" presStyleCnt="0"/>
      <dgm:spPr/>
    </dgm:pt>
    <dgm:pt modelId="{B28EB287-DA63-48B4-B285-58945F8AF96E}" type="pres">
      <dgm:prSet presAssocID="{5A156EEC-99AF-4D37-B39C-A60D6F92CC4F}" presName="bgRect" presStyleLbl="bgShp" presStyleIdx="2" presStyleCnt="4"/>
      <dgm:spPr/>
    </dgm:pt>
    <dgm:pt modelId="{DAAA6344-2C49-40C3-8FE0-06DE654142DC}" type="pres">
      <dgm:prSet presAssocID="{5A156EEC-99AF-4D37-B39C-A60D6F92CC4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trennt"/>
        </a:ext>
      </dgm:extLst>
    </dgm:pt>
    <dgm:pt modelId="{40902A3D-682C-4512-85FC-AA215FEFE2B9}" type="pres">
      <dgm:prSet presAssocID="{5A156EEC-99AF-4D37-B39C-A60D6F92CC4F}" presName="spaceRect" presStyleCnt="0"/>
      <dgm:spPr/>
    </dgm:pt>
    <dgm:pt modelId="{62F56E31-772C-4074-AB68-D0DD3573A63C}" type="pres">
      <dgm:prSet presAssocID="{5A156EEC-99AF-4D37-B39C-A60D6F92CC4F}" presName="parTx" presStyleLbl="revTx" presStyleIdx="2" presStyleCnt="4">
        <dgm:presLayoutVars>
          <dgm:chMax val="0"/>
          <dgm:chPref val="0"/>
        </dgm:presLayoutVars>
      </dgm:prSet>
      <dgm:spPr/>
    </dgm:pt>
    <dgm:pt modelId="{FD821045-B0F5-4FFD-BBAD-A2375989BF8F}" type="pres">
      <dgm:prSet presAssocID="{54F4B237-F557-4313-8079-3664FE52FA29}" presName="sibTrans" presStyleCnt="0"/>
      <dgm:spPr/>
    </dgm:pt>
    <dgm:pt modelId="{1F33B00A-B5F3-499B-8307-6644E8684D73}" type="pres">
      <dgm:prSet presAssocID="{96BDABF9-5EED-4F06-BE8A-77EA92DC027B}" presName="compNode" presStyleCnt="0"/>
      <dgm:spPr/>
    </dgm:pt>
    <dgm:pt modelId="{7744E814-382E-4025-BEFF-94132581E8E2}" type="pres">
      <dgm:prSet presAssocID="{96BDABF9-5EED-4F06-BE8A-77EA92DC027B}" presName="bgRect" presStyleLbl="bgShp" presStyleIdx="3" presStyleCnt="4"/>
      <dgm:spPr/>
    </dgm:pt>
    <dgm:pt modelId="{A6963C07-EEBF-441F-94D5-748F18FE2DCC}" type="pres">
      <dgm:prSet presAssocID="{96BDABF9-5EED-4F06-BE8A-77EA92DC027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39388BDD-A89B-4C5E-83B9-CB62703196E4}" type="pres">
      <dgm:prSet presAssocID="{96BDABF9-5EED-4F06-BE8A-77EA92DC027B}" presName="spaceRect" presStyleCnt="0"/>
      <dgm:spPr/>
    </dgm:pt>
    <dgm:pt modelId="{15A17BF7-7831-44B2-B2DF-CC2F6A170D91}" type="pres">
      <dgm:prSet presAssocID="{96BDABF9-5EED-4F06-BE8A-77EA92DC027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A927705-D8BD-4D1E-9D87-A9874FAD4679}" srcId="{E2AC2153-786B-45C8-AA9B-30A2FBBC1647}" destId="{7C5E9F26-1101-4421-B576-9DA996BBFA26}" srcOrd="1" destOrd="0" parTransId="{B9150AB4-5EA8-45D4-814D-995F1BF8AE9D}" sibTransId="{AF1A86C7-90A8-4FA1-B798-99B5A96863BC}"/>
    <dgm:cxn modelId="{E57D6C0A-1DE8-4BE7-A327-6879E9928C09}" type="presOf" srcId="{7C5E9F26-1101-4421-B576-9DA996BBFA26}" destId="{9D73928A-39EF-4DC9-8C47-4CF94A8F4056}" srcOrd="0" destOrd="0" presId="urn:microsoft.com/office/officeart/2018/2/layout/IconVerticalSolidList"/>
    <dgm:cxn modelId="{BA886D1A-AD05-487F-A3A8-2FCB011E9875}" type="presOf" srcId="{E2AC2153-786B-45C8-AA9B-30A2FBBC1647}" destId="{18485F40-5F3C-4107-934E-AE4EBACDDA85}" srcOrd="0" destOrd="0" presId="urn:microsoft.com/office/officeart/2018/2/layout/IconVerticalSolidList"/>
    <dgm:cxn modelId="{DAA1F85F-5347-4625-BFC3-DCCD5470FE10}" srcId="{E2AC2153-786B-45C8-AA9B-30A2FBBC1647}" destId="{85A322B0-DD29-473C-AE3D-9EEA4673D738}" srcOrd="0" destOrd="0" parTransId="{A6C46189-F019-4E79-81C5-CB17D5488F96}" sibTransId="{DEBCC396-CE1C-41FA-B5DF-7DD9A720AD40}"/>
    <dgm:cxn modelId="{01203F57-B650-4B89-A744-D4B8E5439220}" srcId="{E2AC2153-786B-45C8-AA9B-30A2FBBC1647}" destId="{96BDABF9-5EED-4F06-BE8A-77EA92DC027B}" srcOrd="3" destOrd="0" parTransId="{59DCC7DD-BBF6-40D8-9F30-37F70140FED9}" sibTransId="{A831E263-E393-4DD7-AB72-9E35B095ADCD}"/>
    <dgm:cxn modelId="{D477968F-782E-49D3-AD24-BD2419DF176E}" type="presOf" srcId="{5A156EEC-99AF-4D37-B39C-A60D6F92CC4F}" destId="{62F56E31-772C-4074-AB68-D0DD3573A63C}" srcOrd="0" destOrd="0" presId="urn:microsoft.com/office/officeart/2018/2/layout/IconVerticalSolidList"/>
    <dgm:cxn modelId="{732F0AA0-0E63-464C-B9F3-D1F4F6F870CE}" type="presOf" srcId="{96BDABF9-5EED-4F06-BE8A-77EA92DC027B}" destId="{15A17BF7-7831-44B2-B2DF-CC2F6A170D91}" srcOrd="0" destOrd="0" presId="urn:microsoft.com/office/officeart/2018/2/layout/IconVerticalSolidList"/>
    <dgm:cxn modelId="{B121E5B7-8109-43C6-8159-16BEA1E70BD6}" srcId="{E2AC2153-786B-45C8-AA9B-30A2FBBC1647}" destId="{5A156EEC-99AF-4D37-B39C-A60D6F92CC4F}" srcOrd="2" destOrd="0" parTransId="{440584F8-8DB2-4167-A8AE-AC40DCCC7BA7}" sibTransId="{54F4B237-F557-4313-8079-3664FE52FA29}"/>
    <dgm:cxn modelId="{2D99B3CC-F0BA-4E24-BA92-CB5CB811DAEF}" type="presOf" srcId="{85A322B0-DD29-473C-AE3D-9EEA4673D738}" destId="{4B5032B9-2F8A-410A-923A-19D9F25DC697}" srcOrd="0" destOrd="0" presId="urn:microsoft.com/office/officeart/2018/2/layout/IconVerticalSolidList"/>
    <dgm:cxn modelId="{55BCD622-9762-4763-A4FC-7E18F2CAEA16}" type="presParOf" srcId="{18485F40-5F3C-4107-934E-AE4EBACDDA85}" destId="{56E477D7-D412-450E-B8E2-A19156809B82}" srcOrd="0" destOrd="0" presId="urn:microsoft.com/office/officeart/2018/2/layout/IconVerticalSolidList"/>
    <dgm:cxn modelId="{33848FFC-8059-4771-9C22-44AA31D24093}" type="presParOf" srcId="{56E477D7-D412-450E-B8E2-A19156809B82}" destId="{C29920B2-5E76-4C79-AF06-98BC8FCB1FFC}" srcOrd="0" destOrd="0" presId="urn:microsoft.com/office/officeart/2018/2/layout/IconVerticalSolidList"/>
    <dgm:cxn modelId="{E234F03C-B3F7-4CFA-8CA1-0A3225E121F1}" type="presParOf" srcId="{56E477D7-D412-450E-B8E2-A19156809B82}" destId="{3F40C20D-F02A-4E4A-B16A-4F6E80602C5E}" srcOrd="1" destOrd="0" presId="urn:microsoft.com/office/officeart/2018/2/layout/IconVerticalSolidList"/>
    <dgm:cxn modelId="{6634419F-6A40-48FA-B48A-3652D790CE16}" type="presParOf" srcId="{56E477D7-D412-450E-B8E2-A19156809B82}" destId="{A763A519-AB82-4BB7-8DEF-91B1FFC04AFF}" srcOrd="2" destOrd="0" presId="urn:microsoft.com/office/officeart/2018/2/layout/IconVerticalSolidList"/>
    <dgm:cxn modelId="{A10F0545-0C0E-4530-B78C-B34EB036531B}" type="presParOf" srcId="{56E477D7-D412-450E-B8E2-A19156809B82}" destId="{4B5032B9-2F8A-410A-923A-19D9F25DC697}" srcOrd="3" destOrd="0" presId="urn:microsoft.com/office/officeart/2018/2/layout/IconVerticalSolidList"/>
    <dgm:cxn modelId="{F54D6A55-0CE1-4E3D-8097-F656474622F4}" type="presParOf" srcId="{18485F40-5F3C-4107-934E-AE4EBACDDA85}" destId="{7A3C2D57-B65A-4570-B0BC-765FAFB57325}" srcOrd="1" destOrd="0" presId="urn:microsoft.com/office/officeart/2018/2/layout/IconVerticalSolidList"/>
    <dgm:cxn modelId="{10B921C1-874B-4BE6-A4A2-9D3AC2F5F74B}" type="presParOf" srcId="{18485F40-5F3C-4107-934E-AE4EBACDDA85}" destId="{8A3E9252-7D66-423F-8757-FE6A4E79D74A}" srcOrd="2" destOrd="0" presId="urn:microsoft.com/office/officeart/2018/2/layout/IconVerticalSolidList"/>
    <dgm:cxn modelId="{A0084EA7-9EF6-417B-8094-53F7926A3DDB}" type="presParOf" srcId="{8A3E9252-7D66-423F-8757-FE6A4E79D74A}" destId="{7843AEAA-D1FD-402E-8553-23737CBE516F}" srcOrd="0" destOrd="0" presId="urn:microsoft.com/office/officeart/2018/2/layout/IconVerticalSolidList"/>
    <dgm:cxn modelId="{4BD36104-31F7-463F-8018-86CC7ADB411A}" type="presParOf" srcId="{8A3E9252-7D66-423F-8757-FE6A4E79D74A}" destId="{FEABC99D-28E1-4C3A-B319-50FC819B4D4E}" srcOrd="1" destOrd="0" presId="urn:microsoft.com/office/officeart/2018/2/layout/IconVerticalSolidList"/>
    <dgm:cxn modelId="{208FC763-BAD4-4C27-8D6F-11E81DEAF67F}" type="presParOf" srcId="{8A3E9252-7D66-423F-8757-FE6A4E79D74A}" destId="{1BF103B9-9795-41CA-8C7A-5EA285CF7EAC}" srcOrd="2" destOrd="0" presId="urn:microsoft.com/office/officeart/2018/2/layout/IconVerticalSolidList"/>
    <dgm:cxn modelId="{48946CA5-6232-4FA8-BF9F-DDE6AD88433B}" type="presParOf" srcId="{8A3E9252-7D66-423F-8757-FE6A4E79D74A}" destId="{9D73928A-39EF-4DC9-8C47-4CF94A8F4056}" srcOrd="3" destOrd="0" presId="urn:microsoft.com/office/officeart/2018/2/layout/IconVerticalSolidList"/>
    <dgm:cxn modelId="{2E72DE69-8023-4A08-8925-31CD075F0504}" type="presParOf" srcId="{18485F40-5F3C-4107-934E-AE4EBACDDA85}" destId="{E9B92C2F-827D-4E1B-98F4-D753AD2B1C42}" srcOrd="3" destOrd="0" presId="urn:microsoft.com/office/officeart/2018/2/layout/IconVerticalSolidList"/>
    <dgm:cxn modelId="{DB0D0EF8-3477-498F-BB6A-C5E0276C3FA3}" type="presParOf" srcId="{18485F40-5F3C-4107-934E-AE4EBACDDA85}" destId="{0ABDC42A-A4A4-4548-A24D-7640148C6589}" srcOrd="4" destOrd="0" presId="urn:microsoft.com/office/officeart/2018/2/layout/IconVerticalSolidList"/>
    <dgm:cxn modelId="{909B2820-2391-40EF-9C76-435EF1984673}" type="presParOf" srcId="{0ABDC42A-A4A4-4548-A24D-7640148C6589}" destId="{B28EB287-DA63-48B4-B285-58945F8AF96E}" srcOrd="0" destOrd="0" presId="urn:microsoft.com/office/officeart/2018/2/layout/IconVerticalSolidList"/>
    <dgm:cxn modelId="{89002C06-294B-44A7-A797-894405178F0D}" type="presParOf" srcId="{0ABDC42A-A4A4-4548-A24D-7640148C6589}" destId="{DAAA6344-2C49-40C3-8FE0-06DE654142DC}" srcOrd="1" destOrd="0" presId="urn:microsoft.com/office/officeart/2018/2/layout/IconVerticalSolidList"/>
    <dgm:cxn modelId="{BA1C035D-37D5-400E-8125-52EB827C9D40}" type="presParOf" srcId="{0ABDC42A-A4A4-4548-A24D-7640148C6589}" destId="{40902A3D-682C-4512-85FC-AA215FEFE2B9}" srcOrd="2" destOrd="0" presId="urn:microsoft.com/office/officeart/2018/2/layout/IconVerticalSolidList"/>
    <dgm:cxn modelId="{FF8DF4B9-E5B0-4E03-AAB3-2871240F9642}" type="presParOf" srcId="{0ABDC42A-A4A4-4548-A24D-7640148C6589}" destId="{62F56E31-772C-4074-AB68-D0DD3573A63C}" srcOrd="3" destOrd="0" presId="urn:microsoft.com/office/officeart/2018/2/layout/IconVerticalSolidList"/>
    <dgm:cxn modelId="{F477FDE1-7985-45CE-AE2D-BF9FDF0EEB2A}" type="presParOf" srcId="{18485F40-5F3C-4107-934E-AE4EBACDDA85}" destId="{FD821045-B0F5-4FFD-BBAD-A2375989BF8F}" srcOrd="5" destOrd="0" presId="urn:microsoft.com/office/officeart/2018/2/layout/IconVerticalSolidList"/>
    <dgm:cxn modelId="{698F1558-873A-4873-88AA-FFFA2E0C7087}" type="presParOf" srcId="{18485F40-5F3C-4107-934E-AE4EBACDDA85}" destId="{1F33B00A-B5F3-499B-8307-6644E8684D73}" srcOrd="6" destOrd="0" presId="urn:microsoft.com/office/officeart/2018/2/layout/IconVerticalSolidList"/>
    <dgm:cxn modelId="{4D957759-9B46-42E0-8694-61C391333413}" type="presParOf" srcId="{1F33B00A-B5F3-499B-8307-6644E8684D73}" destId="{7744E814-382E-4025-BEFF-94132581E8E2}" srcOrd="0" destOrd="0" presId="urn:microsoft.com/office/officeart/2018/2/layout/IconVerticalSolidList"/>
    <dgm:cxn modelId="{339D0BF4-48A8-44F2-90FA-AE6B8B604057}" type="presParOf" srcId="{1F33B00A-B5F3-499B-8307-6644E8684D73}" destId="{A6963C07-EEBF-441F-94D5-748F18FE2DCC}" srcOrd="1" destOrd="0" presId="urn:microsoft.com/office/officeart/2018/2/layout/IconVerticalSolidList"/>
    <dgm:cxn modelId="{1E381A92-33A7-4C1E-B4D2-B0FD9EA4FA60}" type="presParOf" srcId="{1F33B00A-B5F3-499B-8307-6644E8684D73}" destId="{39388BDD-A89B-4C5E-83B9-CB62703196E4}" srcOrd="2" destOrd="0" presId="urn:microsoft.com/office/officeart/2018/2/layout/IconVerticalSolidList"/>
    <dgm:cxn modelId="{6699BFC7-E2CF-4AA1-B6CD-69BEC103F689}" type="presParOf" srcId="{1F33B00A-B5F3-499B-8307-6644E8684D73}" destId="{15A17BF7-7831-44B2-B2DF-CC2F6A170D9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32FADD-D6FB-408C-92BD-B02C866ADEA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en-US"/>
        </a:p>
      </dgm:t>
    </dgm:pt>
    <dgm:pt modelId="{9D5603C1-CC3C-4EEA-A04C-59A50E9E29B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Java SE 17 oder höher</a:t>
          </a:r>
          <a:endParaRPr lang="en-US"/>
        </a:p>
      </dgm:t>
    </dgm:pt>
    <dgm:pt modelId="{2DC8F8D0-E363-4784-9E84-350995852558}" type="parTrans" cxnId="{BA27180D-2DF6-42BB-8B82-D2FFFC3E6069}">
      <dgm:prSet/>
      <dgm:spPr/>
      <dgm:t>
        <a:bodyPr/>
        <a:lstStyle/>
        <a:p>
          <a:endParaRPr lang="en-US"/>
        </a:p>
      </dgm:t>
    </dgm:pt>
    <dgm:pt modelId="{BFA512FE-1FCA-4454-A5C4-7A1FBEF960F1}" type="sibTrans" cxnId="{BA27180D-2DF6-42BB-8B82-D2FFFC3E6069}">
      <dgm:prSet/>
      <dgm:spPr/>
      <dgm:t>
        <a:bodyPr/>
        <a:lstStyle/>
        <a:p>
          <a:endParaRPr lang="en-US"/>
        </a:p>
      </dgm:t>
    </dgm:pt>
    <dgm:pt modelId="{C48C1A23-6F03-4359-BBB0-E39219401443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Reines Standard‑Java (kein Maven/Gradle)</a:t>
          </a:r>
          <a:endParaRPr lang="en-US"/>
        </a:p>
      </dgm:t>
    </dgm:pt>
    <dgm:pt modelId="{5FF44DFD-3925-476B-9696-08E4262ADE25}" type="parTrans" cxnId="{A594962C-3F0A-455C-9411-87DB3EE4501D}">
      <dgm:prSet/>
      <dgm:spPr/>
      <dgm:t>
        <a:bodyPr/>
        <a:lstStyle/>
        <a:p>
          <a:endParaRPr lang="en-US"/>
        </a:p>
      </dgm:t>
    </dgm:pt>
    <dgm:pt modelId="{1A6EC1C9-90A5-4A55-B5BD-A9B8F32D946D}" type="sibTrans" cxnId="{A594962C-3F0A-455C-9411-87DB3EE4501D}">
      <dgm:prSet/>
      <dgm:spPr/>
      <dgm:t>
        <a:bodyPr/>
        <a:lstStyle/>
        <a:p>
          <a:endParaRPr lang="en-US"/>
        </a:p>
      </dgm:t>
    </dgm:pt>
    <dgm:pt modelId="{1F318C99-FED0-4F97-ADF5-AE2834CC0818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Start über Konsole möglich</a:t>
          </a:r>
          <a:endParaRPr lang="en-US"/>
        </a:p>
      </dgm:t>
    </dgm:pt>
    <dgm:pt modelId="{E06792FA-EEE4-4B2F-9477-6E2821132F6A}" type="parTrans" cxnId="{9387269F-C704-4967-B0C0-019DA54C4150}">
      <dgm:prSet/>
      <dgm:spPr/>
      <dgm:t>
        <a:bodyPr/>
        <a:lstStyle/>
        <a:p>
          <a:endParaRPr lang="en-US"/>
        </a:p>
      </dgm:t>
    </dgm:pt>
    <dgm:pt modelId="{5F21EEC4-AE5E-4C94-8F21-977210C01F28}" type="sibTrans" cxnId="{9387269F-C704-4967-B0C0-019DA54C4150}">
      <dgm:prSet/>
      <dgm:spPr/>
      <dgm:t>
        <a:bodyPr/>
        <a:lstStyle/>
        <a:p>
          <a:endParaRPr lang="en-US"/>
        </a:p>
      </dgm:t>
    </dgm:pt>
    <dgm:pt modelId="{2637965E-AFF5-4ACF-A722-E8CA9DBBB1ED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Plattformunabhängig (Windows, macOS, Linux)</a:t>
          </a:r>
          <a:endParaRPr lang="en-US"/>
        </a:p>
      </dgm:t>
    </dgm:pt>
    <dgm:pt modelId="{E67A408C-6EB8-4F56-AA80-8F30AD81CDDA}" type="parTrans" cxnId="{A1DB5DF8-D34C-45C8-829E-D94DAF45564B}">
      <dgm:prSet/>
      <dgm:spPr/>
      <dgm:t>
        <a:bodyPr/>
        <a:lstStyle/>
        <a:p>
          <a:endParaRPr lang="en-US"/>
        </a:p>
      </dgm:t>
    </dgm:pt>
    <dgm:pt modelId="{77916A22-9F94-48AB-AEDF-F3A75C41DB7F}" type="sibTrans" cxnId="{A1DB5DF8-D34C-45C8-829E-D94DAF45564B}">
      <dgm:prSet/>
      <dgm:spPr/>
      <dgm:t>
        <a:bodyPr/>
        <a:lstStyle/>
        <a:p>
          <a:endParaRPr lang="en-US"/>
        </a:p>
      </dgm:t>
    </dgm:pt>
    <dgm:pt modelId="{75D54ED9-C49E-461A-A826-DBD528A5643E}" type="pres">
      <dgm:prSet presAssocID="{5F32FADD-D6FB-408C-92BD-B02C866ADEA7}" presName="root" presStyleCnt="0">
        <dgm:presLayoutVars>
          <dgm:dir/>
          <dgm:resizeHandles val="exact"/>
        </dgm:presLayoutVars>
      </dgm:prSet>
      <dgm:spPr/>
    </dgm:pt>
    <dgm:pt modelId="{F6DA2271-6BBB-4704-AE05-306DA4633D76}" type="pres">
      <dgm:prSet presAssocID="{9D5603C1-CC3C-4EEA-A04C-59A50E9E29B7}" presName="compNode" presStyleCnt="0"/>
      <dgm:spPr/>
    </dgm:pt>
    <dgm:pt modelId="{6C3ED27F-D2B0-47D3-A328-1FA4022ED4E0}" type="pres">
      <dgm:prSet presAssocID="{9D5603C1-CC3C-4EEA-A04C-59A50E9E29B7}" presName="bgRect" presStyleLbl="bgShp" presStyleIdx="0" presStyleCnt="4"/>
      <dgm:spPr/>
    </dgm:pt>
    <dgm:pt modelId="{43DA6B8F-4676-4BE0-897A-42AF246A027E}" type="pres">
      <dgm:prSet presAssocID="{9D5603C1-CC3C-4EEA-A04C-59A50E9E29B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25C52B7F-8528-4CAC-BE30-A1083C567A26}" type="pres">
      <dgm:prSet presAssocID="{9D5603C1-CC3C-4EEA-A04C-59A50E9E29B7}" presName="spaceRect" presStyleCnt="0"/>
      <dgm:spPr/>
    </dgm:pt>
    <dgm:pt modelId="{EC10AC8F-75A8-449B-8F2D-C7CD4F741B37}" type="pres">
      <dgm:prSet presAssocID="{9D5603C1-CC3C-4EEA-A04C-59A50E9E29B7}" presName="parTx" presStyleLbl="revTx" presStyleIdx="0" presStyleCnt="4">
        <dgm:presLayoutVars>
          <dgm:chMax val="0"/>
          <dgm:chPref val="0"/>
        </dgm:presLayoutVars>
      </dgm:prSet>
      <dgm:spPr/>
    </dgm:pt>
    <dgm:pt modelId="{5EEFCCE2-534C-4D49-988D-EFD45294FE22}" type="pres">
      <dgm:prSet presAssocID="{BFA512FE-1FCA-4454-A5C4-7A1FBEF960F1}" presName="sibTrans" presStyleCnt="0"/>
      <dgm:spPr/>
    </dgm:pt>
    <dgm:pt modelId="{8F39F291-622D-4FD2-BF49-D70620996812}" type="pres">
      <dgm:prSet presAssocID="{C48C1A23-6F03-4359-BBB0-E39219401443}" presName="compNode" presStyleCnt="0"/>
      <dgm:spPr/>
    </dgm:pt>
    <dgm:pt modelId="{116A58E9-98BB-40A9-901E-A34A5B56873F}" type="pres">
      <dgm:prSet presAssocID="{C48C1A23-6F03-4359-BBB0-E39219401443}" presName="bgRect" presStyleLbl="bgShp" presStyleIdx="1" presStyleCnt="4"/>
      <dgm:spPr/>
    </dgm:pt>
    <dgm:pt modelId="{3B172F5A-9816-469B-A4F8-D62196BF4F3C}" type="pres">
      <dgm:prSet presAssocID="{C48C1A23-6F03-4359-BBB0-E3921940144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CB90CD5-C8F6-4D07-9C6B-28C24C1D42B7}" type="pres">
      <dgm:prSet presAssocID="{C48C1A23-6F03-4359-BBB0-E39219401443}" presName="spaceRect" presStyleCnt="0"/>
      <dgm:spPr/>
    </dgm:pt>
    <dgm:pt modelId="{B90C8D8A-4E09-47F7-97EC-37BFCE3B26D3}" type="pres">
      <dgm:prSet presAssocID="{C48C1A23-6F03-4359-BBB0-E39219401443}" presName="parTx" presStyleLbl="revTx" presStyleIdx="1" presStyleCnt="4">
        <dgm:presLayoutVars>
          <dgm:chMax val="0"/>
          <dgm:chPref val="0"/>
        </dgm:presLayoutVars>
      </dgm:prSet>
      <dgm:spPr/>
    </dgm:pt>
    <dgm:pt modelId="{610B83E9-9959-401C-AC94-3816C1EE973A}" type="pres">
      <dgm:prSet presAssocID="{1A6EC1C9-90A5-4A55-B5BD-A9B8F32D946D}" presName="sibTrans" presStyleCnt="0"/>
      <dgm:spPr/>
    </dgm:pt>
    <dgm:pt modelId="{CF523AD0-3C8E-4AB3-8B7D-C14C4ECC392A}" type="pres">
      <dgm:prSet presAssocID="{1F318C99-FED0-4F97-ADF5-AE2834CC0818}" presName="compNode" presStyleCnt="0"/>
      <dgm:spPr/>
    </dgm:pt>
    <dgm:pt modelId="{E744FE8E-BDF2-41A3-B9F4-F5CF8AADDE17}" type="pres">
      <dgm:prSet presAssocID="{1F318C99-FED0-4F97-ADF5-AE2834CC0818}" presName="bgRect" presStyleLbl="bgShp" presStyleIdx="2" presStyleCnt="4"/>
      <dgm:spPr/>
    </dgm:pt>
    <dgm:pt modelId="{1A98EF27-543A-4641-B021-EA64157E36C2}" type="pres">
      <dgm:prSet presAssocID="{1F318C99-FED0-4F97-ADF5-AE2834CC081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kete"/>
        </a:ext>
      </dgm:extLst>
    </dgm:pt>
    <dgm:pt modelId="{75EE97FD-59B6-4237-8CA4-C222991A4B59}" type="pres">
      <dgm:prSet presAssocID="{1F318C99-FED0-4F97-ADF5-AE2834CC0818}" presName="spaceRect" presStyleCnt="0"/>
      <dgm:spPr/>
    </dgm:pt>
    <dgm:pt modelId="{15A130CF-33EF-4354-962B-CE6E5FEF65DA}" type="pres">
      <dgm:prSet presAssocID="{1F318C99-FED0-4F97-ADF5-AE2834CC0818}" presName="parTx" presStyleLbl="revTx" presStyleIdx="2" presStyleCnt="4">
        <dgm:presLayoutVars>
          <dgm:chMax val="0"/>
          <dgm:chPref val="0"/>
        </dgm:presLayoutVars>
      </dgm:prSet>
      <dgm:spPr/>
    </dgm:pt>
    <dgm:pt modelId="{1C930DEA-5AC8-4B1F-9156-2CD49856950D}" type="pres">
      <dgm:prSet presAssocID="{5F21EEC4-AE5E-4C94-8F21-977210C01F28}" presName="sibTrans" presStyleCnt="0"/>
      <dgm:spPr/>
    </dgm:pt>
    <dgm:pt modelId="{5587E72C-3792-48CA-9728-064DA179327B}" type="pres">
      <dgm:prSet presAssocID="{2637965E-AFF5-4ACF-A722-E8CA9DBBB1ED}" presName="compNode" presStyleCnt="0"/>
      <dgm:spPr/>
    </dgm:pt>
    <dgm:pt modelId="{817F8F18-5EBE-4030-A834-96336B6C3A9F}" type="pres">
      <dgm:prSet presAssocID="{2637965E-AFF5-4ACF-A722-E8CA9DBBB1ED}" presName="bgRect" presStyleLbl="bgShp" presStyleIdx="3" presStyleCnt="4"/>
      <dgm:spPr/>
    </dgm:pt>
    <dgm:pt modelId="{8FC541B0-FD28-41BA-9A21-874619B2E116}" type="pres">
      <dgm:prSet presAssocID="{2637965E-AFF5-4ACF-A722-E8CA9DBBB1E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zessor"/>
        </a:ext>
      </dgm:extLst>
    </dgm:pt>
    <dgm:pt modelId="{55AB5588-51D2-441A-A6AC-C8176C16D648}" type="pres">
      <dgm:prSet presAssocID="{2637965E-AFF5-4ACF-A722-E8CA9DBBB1ED}" presName="spaceRect" presStyleCnt="0"/>
      <dgm:spPr/>
    </dgm:pt>
    <dgm:pt modelId="{F60EECC0-44A5-4754-8A94-FAFAFDEC5DD9}" type="pres">
      <dgm:prSet presAssocID="{2637965E-AFF5-4ACF-A722-E8CA9DBBB1E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A267F09-6ECE-4D26-A18A-4746053BE9B1}" type="presOf" srcId="{5F32FADD-D6FB-408C-92BD-B02C866ADEA7}" destId="{75D54ED9-C49E-461A-A826-DBD528A5643E}" srcOrd="0" destOrd="0" presId="urn:microsoft.com/office/officeart/2018/2/layout/IconVerticalSolidList"/>
    <dgm:cxn modelId="{BA27180D-2DF6-42BB-8B82-D2FFFC3E6069}" srcId="{5F32FADD-D6FB-408C-92BD-B02C866ADEA7}" destId="{9D5603C1-CC3C-4EEA-A04C-59A50E9E29B7}" srcOrd="0" destOrd="0" parTransId="{2DC8F8D0-E363-4784-9E84-350995852558}" sibTransId="{BFA512FE-1FCA-4454-A5C4-7A1FBEF960F1}"/>
    <dgm:cxn modelId="{A594962C-3F0A-455C-9411-87DB3EE4501D}" srcId="{5F32FADD-D6FB-408C-92BD-B02C866ADEA7}" destId="{C48C1A23-6F03-4359-BBB0-E39219401443}" srcOrd="1" destOrd="0" parTransId="{5FF44DFD-3925-476B-9696-08E4262ADE25}" sibTransId="{1A6EC1C9-90A5-4A55-B5BD-A9B8F32D946D}"/>
    <dgm:cxn modelId="{BEA7D973-B5CC-4FE7-A680-2000B52ED8B9}" type="presOf" srcId="{1F318C99-FED0-4F97-ADF5-AE2834CC0818}" destId="{15A130CF-33EF-4354-962B-CE6E5FEF65DA}" srcOrd="0" destOrd="0" presId="urn:microsoft.com/office/officeart/2018/2/layout/IconVerticalSolidList"/>
    <dgm:cxn modelId="{39E24C56-68AA-4BD6-8F69-4CE78570D38C}" type="presOf" srcId="{2637965E-AFF5-4ACF-A722-E8CA9DBBB1ED}" destId="{F60EECC0-44A5-4754-8A94-FAFAFDEC5DD9}" srcOrd="0" destOrd="0" presId="urn:microsoft.com/office/officeart/2018/2/layout/IconVerticalSolidList"/>
    <dgm:cxn modelId="{E8F8F992-930E-4FD6-AB66-F4510501CE7F}" type="presOf" srcId="{C48C1A23-6F03-4359-BBB0-E39219401443}" destId="{B90C8D8A-4E09-47F7-97EC-37BFCE3B26D3}" srcOrd="0" destOrd="0" presId="urn:microsoft.com/office/officeart/2018/2/layout/IconVerticalSolidList"/>
    <dgm:cxn modelId="{9387269F-C704-4967-B0C0-019DA54C4150}" srcId="{5F32FADD-D6FB-408C-92BD-B02C866ADEA7}" destId="{1F318C99-FED0-4F97-ADF5-AE2834CC0818}" srcOrd="2" destOrd="0" parTransId="{E06792FA-EEE4-4B2F-9477-6E2821132F6A}" sibTransId="{5F21EEC4-AE5E-4C94-8F21-977210C01F28}"/>
    <dgm:cxn modelId="{35F7F5B3-79BF-4E0E-AE7D-F131438BB6D1}" type="presOf" srcId="{9D5603C1-CC3C-4EEA-A04C-59A50E9E29B7}" destId="{EC10AC8F-75A8-449B-8F2D-C7CD4F741B37}" srcOrd="0" destOrd="0" presId="urn:microsoft.com/office/officeart/2018/2/layout/IconVerticalSolidList"/>
    <dgm:cxn modelId="{A1DB5DF8-D34C-45C8-829E-D94DAF45564B}" srcId="{5F32FADD-D6FB-408C-92BD-B02C866ADEA7}" destId="{2637965E-AFF5-4ACF-A722-E8CA9DBBB1ED}" srcOrd="3" destOrd="0" parTransId="{E67A408C-6EB8-4F56-AA80-8F30AD81CDDA}" sibTransId="{77916A22-9F94-48AB-AEDF-F3A75C41DB7F}"/>
    <dgm:cxn modelId="{E930D76C-741B-4EEC-B3DD-F87B7E15D411}" type="presParOf" srcId="{75D54ED9-C49E-461A-A826-DBD528A5643E}" destId="{F6DA2271-6BBB-4704-AE05-306DA4633D76}" srcOrd="0" destOrd="0" presId="urn:microsoft.com/office/officeart/2018/2/layout/IconVerticalSolidList"/>
    <dgm:cxn modelId="{BA3B8C79-153C-4453-B1B8-156CEBE8ECBC}" type="presParOf" srcId="{F6DA2271-6BBB-4704-AE05-306DA4633D76}" destId="{6C3ED27F-D2B0-47D3-A328-1FA4022ED4E0}" srcOrd="0" destOrd="0" presId="urn:microsoft.com/office/officeart/2018/2/layout/IconVerticalSolidList"/>
    <dgm:cxn modelId="{F471E662-8F9B-489E-9569-2683FFE1FE80}" type="presParOf" srcId="{F6DA2271-6BBB-4704-AE05-306DA4633D76}" destId="{43DA6B8F-4676-4BE0-897A-42AF246A027E}" srcOrd="1" destOrd="0" presId="urn:microsoft.com/office/officeart/2018/2/layout/IconVerticalSolidList"/>
    <dgm:cxn modelId="{14F814E1-E78E-4E98-B620-114A0132412E}" type="presParOf" srcId="{F6DA2271-6BBB-4704-AE05-306DA4633D76}" destId="{25C52B7F-8528-4CAC-BE30-A1083C567A26}" srcOrd="2" destOrd="0" presId="urn:microsoft.com/office/officeart/2018/2/layout/IconVerticalSolidList"/>
    <dgm:cxn modelId="{3AD6E78B-F919-46B4-BBAA-8F80FD427D5E}" type="presParOf" srcId="{F6DA2271-6BBB-4704-AE05-306DA4633D76}" destId="{EC10AC8F-75A8-449B-8F2D-C7CD4F741B37}" srcOrd="3" destOrd="0" presId="urn:microsoft.com/office/officeart/2018/2/layout/IconVerticalSolidList"/>
    <dgm:cxn modelId="{ED99106A-6CB5-4C22-995F-D2F7A4976DAF}" type="presParOf" srcId="{75D54ED9-C49E-461A-A826-DBD528A5643E}" destId="{5EEFCCE2-534C-4D49-988D-EFD45294FE22}" srcOrd="1" destOrd="0" presId="urn:microsoft.com/office/officeart/2018/2/layout/IconVerticalSolidList"/>
    <dgm:cxn modelId="{B4F1C468-6C51-4496-837C-87B4768C9B1D}" type="presParOf" srcId="{75D54ED9-C49E-461A-A826-DBD528A5643E}" destId="{8F39F291-622D-4FD2-BF49-D70620996812}" srcOrd="2" destOrd="0" presId="urn:microsoft.com/office/officeart/2018/2/layout/IconVerticalSolidList"/>
    <dgm:cxn modelId="{87AEC890-33A0-4E70-A2ED-04A63EDD79E8}" type="presParOf" srcId="{8F39F291-622D-4FD2-BF49-D70620996812}" destId="{116A58E9-98BB-40A9-901E-A34A5B56873F}" srcOrd="0" destOrd="0" presId="urn:microsoft.com/office/officeart/2018/2/layout/IconVerticalSolidList"/>
    <dgm:cxn modelId="{AC80AD23-373F-4A99-88A0-1F60DEC423F9}" type="presParOf" srcId="{8F39F291-622D-4FD2-BF49-D70620996812}" destId="{3B172F5A-9816-469B-A4F8-D62196BF4F3C}" srcOrd="1" destOrd="0" presId="urn:microsoft.com/office/officeart/2018/2/layout/IconVerticalSolidList"/>
    <dgm:cxn modelId="{19A718B5-5474-4C8A-B0C1-ADF8B66E1442}" type="presParOf" srcId="{8F39F291-622D-4FD2-BF49-D70620996812}" destId="{6CB90CD5-C8F6-4D07-9C6B-28C24C1D42B7}" srcOrd="2" destOrd="0" presId="urn:microsoft.com/office/officeart/2018/2/layout/IconVerticalSolidList"/>
    <dgm:cxn modelId="{3BE73C6B-8BC8-4BF5-8059-E26125447980}" type="presParOf" srcId="{8F39F291-622D-4FD2-BF49-D70620996812}" destId="{B90C8D8A-4E09-47F7-97EC-37BFCE3B26D3}" srcOrd="3" destOrd="0" presId="urn:microsoft.com/office/officeart/2018/2/layout/IconVerticalSolidList"/>
    <dgm:cxn modelId="{F82C84DC-A862-4A8D-8DD0-41569A3CABE9}" type="presParOf" srcId="{75D54ED9-C49E-461A-A826-DBD528A5643E}" destId="{610B83E9-9959-401C-AC94-3816C1EE973A}" srcOrd="3" destOrd="0" presId="urn:microsoft.com/office/officeart/2018/2/layout/IconVerticalSolidList"/>
    <dgm:cxn modelId="{CB9542B0-1938-4A1E-A443-5F1222F53EBB}" type="presParOf" srcId="{75D54ED9-C49E-461A-A826-DBD528A5643E}" destId="{CF523AD0-3C8E-4AB3-8B7D-C14C4ECC392A}" srcOrd="4" destOrd="0" presId="urn:microsoft.com/office/officeart/2018/2/layout/IconVerticalSolidList"/>
    <dgm:cxn modelId="{CE69C4F7-5266-44A0-B35F-FD0F999B6A59}" type="presParOf" srcId="{CF523AD0-3C8E-4AB3-8B7D-C14C4ECC392A}" destId="{E744FE8E-BDF2-41A3-B9F4-F5CF8AADDE17}" srcOrd="0" destOrd="0" presId="urn:microsoft.com/office/officeart/2018/2/layout/IconVerticalSolidList"/>
    <dgm:cxn modelId="{616275C6-3187-4E5D-8316-1E7D71ECC29D}" type="presParOf" srcId="{CF523AD0-3C8E-4AB3-8B7D-C14C4ECC392A}" destId="{1A98EF27-543A-4641-B021-EA64157E36C2}" srcOrd="1" destOrd="0" presId="urn:microsoft.com/office/officeart/2018/2/layout/IconVerticalSolidList"/>
    <dgm:cxn modelId="{CF7ED62B-B55E-465D-901C-EE8989F3BACB}" type="presParOf" srcId="{CF523AD0-3C8E-4AB3-8B7D-C14C4ECC392A}" destId="{75EE97FD-59B6-4237-8CA4-C222991A4B59}" srcOrd="2" destOrd="0" presId="urn:microsoft.com/office/officeart/2018/2/layout/IconVerticalSolidList"/>
    <dgm:cxn modelId="{F43AED2C-22F6-4938-83CE-780F97DA7B5A}" type="presParOf" srcId="{CF523AD0-3C8E-4AB3-8B7D-C14C4ECC392A}" destId="{15A130CF-33EF-4354-962B-CE6E5FEF65DA}" srcOrd="3" destOrd="0" presId="urn:microsoft.com/office/officeart/2018/2/layout/IconVerticalSolidList"/>
    <dgm:cxn modelId="{F7F30091-96A7-498C-B9DE-251A0E241F6A}" type="presParOf" srcId="{75D54ED9-C49E-461A-A826-DBD528A5643E}" destId="{1C930DEA-5AC8-4B1F-9156-2CD49856950D}" srcOrd="5" destOrd="0" presId="urn:microsoft.com/office/officeart/2018/2/layout/IconVerticalSolidList"/>
    <dgm:cxn modelId="{4BD2C868-9F40-4A0E-86B9-D10F6D986BEC}" type="presParOf" srcId="{75D54ED9-C49E-461A-A826-DBD528A5643E}" destId="{5587E72C-3792-48CA-9728-064DA179327B}" srcOrd="6" destOrd="0" presId="urn:microsoft.com/office/officeart/2018/2/layout/IconVerticalSolidList"/>
    <dgm:cxn modelId="{397C1D45-B147-4E8D-878C-E25F21021881}" type="presParOf" srcId="{5587E72C-3792-48CA-9728-064DA179327B}" destId="{817F8F18-5EBE-4030-A834-96336B6C3A9F}" srcOrd="0" destOrd="0" presId="urn:microsoft.com/office/officeart/2018/2/layout/IconVerticalSolidList"/>
    <dgm:cxn modelId="{30498177-4E7F-4C8B-B1C0-A67DD7C584D9}" type="presParOf" srcId="{5587E72C-3792-48CA-9728-064DA179327B}" destId="{8FC541B0-FD28-41BA-9A21-874619B2E116}" srcOrd="1" destOrd="0" presId="urn:microsoft.com/office/officeart/2018/2/layout/IconVerticalSolidList"/>
    <dgm:cxn modelId="{7047DDAB-C1B7-4BDB-A43E-189E72287569}" type="presParOf" srcId="{5587E72C-3792-48CA-9728-064DA179327B}" destId="{55AB5588-51D2-441A-A6AC-C8176C16D648}" srcOrd="2" destOrd="0" presId="urn:microsoft.com/office/officeart/2018/2/layout/IconVerticalSolidList"/>
    <dgm:cxn modelId="{3EB5A8FD-CAFC-4BCF-8F67-EFE5D21A296B}" type="presParOf" srcId="{5587E72C-3792-48CA-9728-064DA179327B}" destId="{F60EECC0-44A5-4754-8A94-FAFAFDEC5D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2379369-FA5E-4783-BF87-AE03AF7C6092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0E23023-8B87-4752-93BE-3B36C14FE203}">
      <dgm:prSet/>
      <dgm:spPr/>
      <dgm:t>
        <a:bodyPr/>
        <a:lstStyle/>
        <a:p>
          <a:r>
            <a:rPr lang="de-DE"/>
            <a:t>Insgesamt 5 zentrale Klassen</a:t>
          </a:r>
          <a:endParaRPr lang="en-US"/>
        </a:p>
      </dgm:t>
    </dgm:pt>
    <dgm:pt modelId="{4A171497-9627-4333-AE16-7383A121F8DD}" type="parTrans" cxnId="{DB8B46ED-BC23-4F0C-BD9C-927628CFAFBE}">
      <dgm:prSet/>
      <dgm:spPr/>
      <dgm:t>
        <a:bodyPr/>
        <a:lstStyle/>
        <a:p>
          <a:endParaRPr lang="en-US"/>
        </a:p>
      </dgm:t>
    </dgm:pt>
    <dgm:pt modelId="{FDA5E17E-AA71-4ECD-9B2A-FE825B8E0965}" type="sibTrans" cxnId="{DB8B46ED-BC23-4F0C-BD9C-927628CFAFBE}">
      <dgm:prSet/>
      <dgm:spPr/>
      <dgm:t>
        <a:bodyPr/>
        <a:lstStyle/>
        <a:p>
          <a:endParaRPr lang="en-US"/>
        </a:p>
      </dgm:t>
    </dgm:pt>
    <dgm:pt modelId="{6B2B7832-FBC7-41F2-AACA-0779109EDA88}">
      <dgm:prSet/>
      <dgm:spPr/>
      <dgm:t>
        <a:bodyPr/>
        <a:lstStyle/>
        <a:p>
          <a:r>
            <a:rPr lang="de-DE"/>
            <a:t>Jede Klasse hat eine klar abgegrenzte Aufgabe</a:t>
          </a:r>
          <a:endParaRPr lang="en-US"/>
        </a:p>
      </dgm:t>
    </dgm:pt>
    <dgm:pt modelId="{718C7E29-1D2B-450D-B902-9D3A3189FCDB}" type="parTrans" cxnId="{E6F48BF5-CA94-492C-B0A1-DE3CD3C5C86E}">
      <dgm:prSet/>
      <dgm:spPr/>
      <dgm:t>
        <a:bodyPr/>
        <a:lstStyle/>
        <a:p>
          <a:endParaRPr lang="en-US"/>
        </a:p>
      </dgm:t>
    </dgm:pt>
    <dgm:pt modelId="{5B732898-DB0C-4173-BC02-D12B9E1FE92F}" type="sibTrans" cxnId="{E6F48BF5-CA94-492C-B0A1-DE3CD3C5C86E}">
      <dgm:prSet/>
      <dgm:spPr/>
      <dgm:t>
        <a:bodyPr/>
        <a:lstStyle/>
        <a:p>
          <a:endParaRPr lang="en-US"/>
        </a:p>
      </dgm:t>
    </dgm:pt>
    <dgm:pt modelId="{7EE37521-ED6B-4D20-96D9-EDB05A3ADF02}">
      <dgm:prSet/>
      <dgm:spPr/>
      <dgm:t>
        <a:bodyPr/>
        <a:lstStyle/>
        <a:p>
          <a:r>
            <a:rPr lang="de-DE"/>
            <a:t>Einstiegspunkt: Main.java</a:t>
          </a:r>
          <a:endParaRPr lang="en-US"/>
        </a:p>
      </dgm:t>
    </dgm:pt>
    <dgm:pt modelId="{F302C876-8956-47FE-B8C7-1647E5F9D63D}" type="parTrans" cxnId="{E767D5CF-06CB-4656-903F-5BB6A535BE77}">
      <dgm:prSet/>
      <dgm:spPr/>
      <dgm:t>
        <a:bodyPr/>
        <a:lstStyle/>
        <a:p>
          <a:endParaRPr lang="en-US"/>
        </a:p>
      </dgm:t>
    </dgm:pt>
    <dgm:pt modelId="{2F7EF7D7-85C3-4AC4-B049-DC3EF02B07BF}" type="sibTrans" cxnId="{E767D5CF-06CB-4656-903F-5BB6A535BE77}">
      <dgm:prSet/>
      <dgm:spPr/>
      <dgm:t>
        <a:bodyPr/>
        <a:lstStyle/>
        <a:p>
          <a:endParaRPr lang="en-US"/>
        </a:p>
      </dgm:t>
    </dgm:pt>
    <dgm:pt modelId="{47BDE494-6B28-4EEB-9FCA-B45F49422481}">
      <dgm:prSet/>
      <dgm:spPr/>
      <dgm:t>
        <a:bodyPr/>
        <a:lstStyle/>
        <a:p>
          <a:r>
            <a:rPr lang="de-DE"/>
            <a:t>Aufbau nach dem Prinzip Separation of Concerns</a:t>
          </a:r>
          <a:endParaRPr lang="en-US"/>
        </a:p>
      </dgm:t>
    </dgm:pt>
    <dgm:pt modelId="{48E4C5FC-1A24-4C18-A36F-D80F68B0CC93}" type="parTrans" cxnId="{AC598C96-1639-4632-BCE1-F2D34B62DB51}">
      <dgm:prSet/>
      <dgm:spPr/>
      <dgm:t>
        <a:bodyPr/>
        <a:lstStyle/>
        <a:p>
          <a:endParaRPr lang="en-US"/>
        </a:p>
      </dgm:t>
    </dgm:pt>
    <dgm:pt modelId="{CD0B6748-B3DF-48DD-BA3B-DA39332FF35D}" type="sibTrans" cxnId="{AC598C96-1639-4632-BCE1-F2D34B62DB51}">
      <dgm:prSet/>
      <dgm:spPr/>
      <dgm:t>
        <a:bodyPr/>
        <a:lstStyle/>
        <a:p>
          <a:endParaRPr lang="en-US"/>
        </a:p>
      </dgm:t>
    </dgm:pt>
    <dgm:pt modelId="{535148AD-8CF3-4BC3-9880-D9D5588663FF}" type="pres">
      <dgm:prSet presAssocID="{12379369-FA5E-4783-BF87-AE03AF7C6092}" presName="outerComposite" presStyleCnt="0">
        <dgm:presLayoutVars>
          <dgm:chMax val="5"/>
          <dgm:dir/>
          <dgm:resizeHandles val="exact"/>
        </dgm:presLayoutVars>
      </dgm:prSet>
      <dgm:spPr/>
    </dgm:pt>
    <dgm:pt modelId="{52280D18-7178-464A-8318-C2EE67A977B2}" type="pres">
      <dgm:prSet presAssocID="{12379369-FA5E-4783-BF87-AE03AF7C6092}" presName="dummyMaxCanvas" presStyleCnt="0">
        <dgm:presLayoutVars/>
      </dgm:prSet>
      <dgm:spPr/>
    </dgm:pt>
    <dgm:pt modelId="{FFCB82AE-3907-445E-95E5-7C76BF460D23}" type="pres">
      <dgm:prSet presAssocID="{12379369-FA5E-4783-BF87-AE03AF7C6092}" presName="FourNodes_1" presStyleLbl="node1" presStyleIdx="0" presStyleCnt="4">
        <dgm:presLayoutVars>
          <dgm:bulletEnabled val="1"/>
        </dgm:presLayoutVars>
      </dgm:prSet>
      <dgm:spPr/>
    </dgm:pt>
    <dgm:pt modelId="{2CB8D1C8-D4F4-4341-8540-965205AE4A3A}" type="pres">
      <dgm:prSet presAssocID="{12379369-FA5E-4783-BF87-AE03AF7C6092}" presName="FourNodes_2" presStyleLbl="node1" presStyleIdx="1" presStyleCnt="4">
        <dgm:presLayoutVars>
          <dgm:bulletEnabled val="1"/>
        </dgm:presLayoutVars>
      </dgm:prSet>
      <dgm:spPr/>
    </dgm:pt>
    <dgm:pt modelId="{8373756D-AECB-4648-9542-3F751F0B85E6}" type="pres">
      <dgm:prSet presAssocID="{12379369-FA5E-4783-BF87-AE03AF7C6092}" presName="FourNodes_3" presStyleLbl="node1" presStyleIdx="2" presStyleCnt="4">
        <dgm:presLayoutVars>
          <dgm:bulletEnabled val="1"/>
        </dgm:presLayoutVars>
      </dgm:prSet>
      <dgm:spPr/>
    </dgm:pt>
    <dgm:pt modelId="{7B39D475-9409-475F-9ADF-5CF55E0FF4A4}" type="pres">
      <dgm:prSet presAssocID="{12379369-FA5E-4783-BF87-AE03AF7C6092}" presName="FourNodes_4" presStyleLbl="node1" presStyleIdx="3" presStyleCnt="4">
        <dgm:presLayoutVars>
          <dgm:bulletEnabled val="1"/>
        </dgm:presLayoutVars>
      </dgm:prSet>
      <dgm:spPr/>
    </dgm:pt>
    <dgm:pt modelId="{9F51AD89-A6FC-4758-9D36-AFA6727115A9}" type="pres">
      <dgm:prSet presAssocID="{12379369-FA5E-4783-BF87-AE03AF7C6092}" presName="FourConn_1-2" presStyleLbl="fgAccFollowNode1" presStyleIdx="0" presStyleCnt="3">
        <dgm:presLayoutVars>
          <dgm:bulletEnabled val="1"/>
        </dgm:presLayoutVars>
      </dgm:prSet>
      <dgm:spPr/>
    </dgm:pt>
    <dgm:pt modelId="{D1A83E3D-55C7-42B7-AD15-0D33D064D216}" type="pres">
      <dgm:prSet presAssocID="{12379369-FA5E-4783-BF87-AE03AF7C6092}" presName="FourConn_2-3" presStyleLbl="fgAccFollowNode1" presStyleIdx="1" presStyleCnt="3">
        <dgm:presLayoutVars>
          <dgm:bulletEnabled val="1"/>
        </dgm:presLayoutVars>
      </dgm:prSet>
      <dgm:spPr/>
    </dgm:pt>
    <dgm:pt modelId="{A06DD43C-CD4C-40E0-8510-7A14518C4A62}" type="pres">
      <dgm:prSet presAssocID="{12379369-FA5E-4783-BF87-AE03AF7C6092}" presName="FourConn_3-4" presStyleLbl="fgAccFollowNode1" presStyleIdx="2" presStyleCnt="3">
        <dgm:presLayoutVars>
          <dgm:bulletEnabled val="1"/>
        </dgm:presLayoutVars>
      </dgm:prSet>
      <dgm:spPr/>
    </dgm:pt>
    <dgm:pt modelId="{63FFD750-7250-48E0-A991-27F3B3D56549}" type="pres">
      <dgm:prSet presAssocID="{12379369-FA5E-4783-BF87-AE03AF7C6092}" presName="FourNodes_1_text" presStyleLbl="node1" presStyleIdx="3" presStyleCnt="4">
        <dgm:presLayoutVars>
          <dgm:bulletEnabled val="1"/>
        </dgm:presLayoutVars>
      </dgm:prSet>
      <dgm:spPr/>
    </dgm:pt>
    <dgm:pt modelId="{09159167-3BD8-4C35-81A1-ED172924CD5A}" type="pres">
      <dgm:prSet presAssocID="{12379369-FA5E-4783-BF87-AE03AF7C6092}" presName="FourNodes_2_text" presStyleLbl="node1" presStyleIdx="3" presStyleCnt="4">
        <dgm:presLayoutVars>
          <dgm:bulletEnabled val="1"/>
        </dgm:presLayoutVars>
      </dgm:prSet>
      <dgm:spPr/>
    </dgm:pt>
    <dgm:pt modelId="{AB4CE587-FB66-41D4-ACD0-B700BE12663F}" type="pres">
      <dgm:prSet presAssocID="{12379369-FA5E-4783-BF87-AE03AF7C6092}" presName="FourNodes_3_text" presStyleLbl="node1" presStyleIdx="3" presStyleCnt="4">
        <dgm:presLayoutVars>
          <dgm:bulletEnabled val="1"/>
        </dgm:presLayoutVars>
      </dgm:prSet>
      <dgm:spPr/>
    </dgm:pt>
    <dgm:pt modelId="{73EDE1D3-6264-44EF-A1AE-DFE5C453B280}" type="pres">
      <dgm:prSet presAssocID="{12379369-FA5E-4783-BF87-AE03AF7C609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4309E06-30CC-4521-AE52-72FB7A8C250A}" type="presOf" srcId="{7EE37521-ED6B-4D20-96D9-EDB05A3ADF02}" destId="{AB4CE587-FB66-41D4-ACD0-B700BE12663F}" srcOrd="1" destOrd="0" presId="urn:microsoft.com/office/officeart/2005/8/layout/vProcess5"/>
    <dgm:cxn modelId="{F236CB18-46ED-45FE-9494-510F53292B69}" type="presOf" srcId="{10E23023-8B87-4752-93BE-3B36C14FE203}" destId="{FFCB82AE-3907-445E-95E5-7C76BF460D23}" srcOrd="0" destOrd="0" presId="urn:microsoft.com/office/officeart/2005/8/layout/vProcess5"/>
    <dgm:cxn modelId="{624A9E1F-43A1-40D4-8251-623830F02346}" type="presOf" srcId="{FDA5E17E-AA71-4ECD-9B2A-FE825B8E0965}" destId="{9F51AD89-A6FC-4758-9D36-AFA6727115A9}" srcOrd="0" destOrd="0" presId="urn:microsoft.com/office/officeart/2005/8/layout/vProcess5"/>
    <dgm:cxn modelId="{50A7DB2F-D28A-4FED-98FB-89AFB5DBF4C2}" type="presOf" srcId="{47BDE494-6B28-4EEB-9FCA-B45F49422481}" destId="{7B39D475-9409-475F-9ADF-5CF55E0FF4A4}" srcOrd="0" destOrd="0" presId="urn:microsoft.com/office/officeart/2005/8/layout/vProcess5"/>
    <dgm:cxn modelId="{63E3FE31-B1DA-46F1-B8FF-0530613AD9DD}" type="presOf" srcId="{12379369-FA5E-4783-BF87-AE03AF7C6092}" destId="{535148AD-8CF3-4BC3-9880-D9D5588663FF}" srcOrd="0" destOrd="0" presId="urn:microsoft.com/office/officeart/2005/8/layout/vProcess5"/>
    <dgm:cxn modelId="{AFBC5733-B4C8-4C04-A674-AB51CD98985F}" type="presOf" srcId="{6B2B7832-FBC7-41F2-AACA-0779109EDA88}" destId="{09159167-3BD8-4C35-81A1-ED172924CD5A}" srcOrd="1" destOrd="0" presId="urn:microsoft.com/office/officeart/2005/8/layout/vProcess5"/>
    <dgm:cxn modelId="{65654C68-6055-4C51-A237-54482FF1AC48}" type="presOf" srcId="{6B2B7832-FBC7-41F2-AACA-0779109EDA88}" destId="{2CB8D1C8-D4F4-4341-8540-965205AE4A3A}" srcOrd="0" destOrd="0" presId="urn:microsoft.com/office/officeart/2005/8/layout/vProcess5"/>
    <dgm:cxn modelId="{51D15F95-A75A-421E-9650-6E37F529D39D}" type="presOf" srcId="{10E23023-8B87-4752-93BE-3B36C14FE203}" destId="{63FFD750-7250-48E0-A991-27F3B3D56549}" srcOrd="1" destOrd="0" presId="urn:microsoft.com/office/officeart/2005/8/layout/vProcess5"/>
    <dgm:cxn modelId="{AC598C96-1639-4632-BCE1-F2D34B62DB51}" srcId="{12379369-FA5E-4783-BF87-AE03AF7C6092}" destId="{47BDE494-6B28-4EEB-9FCA-B45F49422481}" srcOrd="3" destOrd="0" parTransId="{48E4C5FC-1A24-4C18-A36F-D80F68B0CC93}" sibTransId="{CD0B6748-B3DF-48DD-BA3B-DA39332FF35D}"/>
    <dgm:cxn modelId="{E7D9A799-D62D-47C8-9517-CDC1DDB13938}" type="presOf" srcId="{2F7EF7D7-85C3-4AC4-B049-DC3EF02B07BF}" destId="{A06DD43C-CD4C-40E0-8510-7A14518C4A62}" srcOrd="0" destOrd="0" presId="urn:microsoft.com/office/officeart/2005/8/layout/vProcess5"/>
    <dgm:cxn modelId="{E767D5CF-06CB-4656-903F-5BB6A535BE77}" srcId="{12379369-FA5E-4783-BF87-AE03AF7C6092}" destId="{7EE37521-ED6B-4D20-96D9-EDB05A3ADF02}" srcOrd="2" destOrd="0" parTransId="{F302C876-8956-47FE-B8C7-1647E5F9D63D}" sibTransId="{2F7EF7D7-85C3-4AC4-B049-DC3EF02B07BF}"/>
    <dgm:cxn modelId="{385044D0-1C9C-4AF5-BA71-55BED7FB3939}" type="presOf" srcId="{5B732898-DB0C-4173-BC02-D12B9E1FE92F}" destId="{D1A83E3D-55C7-42B7-AD15-0D33D064D216}" srcOrd="0" destOrd="0" presId="urn:microsoft.com/office/officeart/2005/8/layout/vProcess5"/>
    <dgm:cxn modelId="{84A0F1E8-E51A-40EF-8BD4-A292F23E3267}" type="presOf" srcId="{7EE37521-ED6B-4D20-96D9-EDB05A3ADF02}" destId="{8373756D-AECB-4648-9542-3F751F0B85E6}" srcOrd="0" destOrd="0" presId="urn:microsoft.com/office/officeart/2005/8/layout/vProcess5"/>
    <dgm:cxn modelId="{DB8B46ED-BC23-4F0C-BD9C-927628CFAFBE}" srcId="{12379369-FA5E-4783-BF87-AE03AF7C6092}" destId="{10E23023-8B87-4752-93BE-3B36C14FE203}" srcOrd="0" destOrd="0" parTransId="{4A171497-9627-4333-AE16-7383A121F8DD}" sibTransId="{FDA5E17E-AA71-4ECD-9B2A-FE825B8E0965}"/>
    <dgm:cxn modelId="{47499EED-A78F-4E8B-BB46-0E5B89DC7295}" type="presOf" srcId="{47BDE494-6B28-4EEB-9FCA-B45F49422481}" destId="{73EDE1D3-6264-44EF-A1AE-DFE5C453B280}" srcOrd="1" destOrd="0" presId="urn:microsoft.com/office/officeart/2005/8/layout/vProcess5"/>
    <dgm:cxn modelId="{E6F48BF5-CA94-492C-B0A1-DE3CD3C5C86E}" srcId="{12379369-FA5E-4783-BF87-AE03AF7C6092}" destId="{6B2B7832-FBC7-41F2-AACA-0779109EDA88}" srcOrd="1" destOrd="0" parTransId="{718C7E29-1D2B-450D-B902-9D3A3189FCDB}" sibTransId="{5B732898-DB0C-4173-BC02-D12B9E1FE92F}"/>
    <dgm:cxn modelId="{49FDB864-A67B-4AB0-9C05-55BBEF699C18}" type="presParOf" srcId="{535148AD-8CF3-4BC3-9880-D9D5588663FF}" destId="{52280D18-7178-464A-8318-C2EE67A977B2}" srcOrd="0" destOrd="0" presId="urn:microsoft.com/office/officeart/2005/8/layout/vProcess5"/>
    <dgm:cxn modelId="{0FA11BEF-F59E-476A-A0B1-A54747A3FC2A}" type="presParOf" srcId="{535148AD-8CF3-4BC3-9880-D9D5588663FF}" destId="{FFCB82AE-3907-445E-95E5-7C76BF460D23}" srcOrd="1" destOrd="0" presId="urn:microsoft.com/office/officeart/2005/8/layout/vProcess5"/>
    <dgm:cxn modelId="{4069258C-7825-4172-944A-BF66EF440A86}" type="presParOf" srcId="{535148AD-8CF3-4BC3-9880-D9D5588663FF}" destId="{2CB8D1C8-D4F4-4341-8540-965205AE4A3A}" srcOrd="2" destOrd="0" presId="urn:microsoft.com/office/officeart/2005/8/layout/vProcess5"/>
    <dgm:cxn modelId="{639B8B33-1864-4C3A-8A43-28975B99C88B}" type="presParOf" srcId="{535148AD-8CF3-4BC3-9880-D9D5588663FF}" destId="{8373756D-AECB-4648-9542-3F751F0B85E6}" srcOrd="3" destOrd="0" presId="urn:microsoft.com/office/officeart/2005/8/layout/vProcess5"/>
    <dgm:cxn modelId="{09D29CCB-359D-4B78-B262-DC460A471546}" type="presParOf" srcId="{535148AD-8CF3-4BC3-9880-D9D5588663FF}" destId="{7B39D475-9409-475F-9ADF-5CF55E0FF4A4}" srcOrd="4" destOrd="0" presId="urn:microsoft.com/office/officeart/2005/8/layout/vProcess5"/>
    <dgm:cxn modelId="{23C38D8E-BC4B-4128-B51E-7F8B57AB6428}" type="presParOf" srcId="{535148AD-8CF3-4BC3-9880-D9D5588663FF}" destId="{9F51AD89-A6FC-4758-9D36-AFA6727115A9}" srcOrd="5" destOrd="0" presId="urn:microsoft.com/office/officeart/2005/8/layout/vProcess5"/>
    <dgm:cxn modelId="{FEA899B5-9B2D-4285-9F26-0A41ECDE4FC7}" type="presParOf" srcId="{535148AD-8CF3-4BC3-9880-D9D5588663FF}" destId="{D1A83E3D-55C7-42B7-AD15-0D33D064D216}" srcOrd="6" destOrd="0" presId="urn:microsoft.com/office/officeart/2005/8/layout/vProcess5"/>
    <dgm:cxn modelId="{4CA26356-F839-439C-B799-527BDE874F50}" type="presParOf" srcId="{535148AD-8CF3-4BC3-9880-D9D5588663FF}" destId="{A06DD43C-CD4C-40E0-8510-7A14518C4A62}" srcOrd="7" destOrd="0" presId="urn:microsoft.com/office/officeart/2005/8/layout/vProcess5"/>
    <dgm:cxn modelId="{8966181D-C0D3-4E47-9D39-452D467A2923}" type="presParOf" srcId="{535148AD-8CF3-4BC3-9880-D9D5588663FF}" destId="{63FFD750-7250-48E0-A991-27F3B3D56549}" srcOrd="8" destOrd="0" presId="urn:microsoft.com/office/officeart/2005/8/layout/vProcess5"/>
    <dgm:cxn modelId="{FE99DE29-B142-4F59-9C30-DB667899D817}" type="presParOf" srcId="{535148AD-8CF3-4BC3-9880-D9D5588663FF}" destId="{09159167-3BD8-4C35-81A1-ED172924CD5A}" srcOrd="9" destOrd="0" presId="urn:microsoft.com/office/officeart/2005/8/layout/vProcess5"/>
    <dgm:cxn modelId="{85D41F08-9F8B-45FB-9B6B-7EFC4949919C}" type="presParOf" srcId="{535148AD-8CF3-4BC3-9880-D9D5588663FF}" destId="{AB4CE587-FB66-41D4-ACD0-B700BE12663F}" srcOrd="10" destOrd="0" presId="urn:microsoft.com/office/officeart/2005/8/layout/vProcess5"/>
    <dgm:cxn modelId="{9C0A9B12-0B32-46BA-80ED-09E13AF8E331}" type="presParOf" srcId="{535148AD-8CF3-4BC3-9880-D9D5588663FF}" destId="{73EDE1D3-6264-44EF-A1AE-DFE5C453B28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E09E997-3F9E-4C0D-9EC2-661E570687E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2B2C68A-7127-4147-A12D-704FDD57742A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Model: Spiellogik und Zustand</a:t>
          </a:r>
          <a:endParaRPr lang="en-US"/>
        </a:p>
      </dgm:t>
    </dgm:pt>
    <dgm:pt modelId="{789D6A9D-DAAF-4367-92E1-A044B7DE8BDD}" type="parTrans" cxnId="{F0766ED1-8606-42CA-8030-ADE861AE8D87}">
      <dgm:prSet/>
      <dgm:spPr/>
      <dgm:t>
        <a:bodyPr/>
        <a:lstStyle/>
        <a:p>
          <a:endParaRPr lang="en-US"/>
        </a:p>
      </dgm:t>
    </dgm:pt>
    <dgm:pt modelId="{E155CB52-AB8E-4705-9021-6778319DD08E}" type="sibTrans" cxnId="{F0766ED1-8606-42CA-8030-ADE861AE8D8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D08FDB2-3E13-42A8-83CA-4450218E71CE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View: Grafische Darstellung (Spielfeld, Fenster)</a:t>
          </a:r>
          <a:endParaRPr lang="en-US"/>
        </a:p>
      </dgm:t>
    </dgm:pt>
    <dgm:pt modelId="{91E18C8C-FB76-41DB-BFDC-1B9DA508A8D8}" type="parTrans" cxnId="{3A2551A3-733E-4035-8126-713B5DE6F086}">
      <dgm:prSet/>
      <dgm:spPr/>
      <dgm:t>
        <a:bodyPr/>
        <a:lstStyle/>
        <a:p>
          <a:endParaRPr lang="en-US"/>
        </a:p>
      </dgm:t>
    </dgm:pt>
    <dgm:pt modelId="{558FEF15-7823-49B0-9A93-A9841F6397BA}" type="sibTrans" cxnId="{3A2551A3-733E-4035-8126-713B5DE6F08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8BD7CF-F6A9-47BF-9591-C84B9ACD0351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Controller: Verbindet Klicks mit der Logik</a:t>
          </a:r>
          <a:endParaRPr lang="en-US"/>
        </a:p>
      </dgm:t>
    </dgm:pt>
    <dgm:pt modelId="{A7EB541A-B69A-4F0F-BF6C-E2068BD10761}" type="parTrans" cxnId="{664424E5-A737-411A-ADC7-B55042DE7EC7}">
      <dgm:prSet/>
      <dgm:spPr/>
      <dgm:t>
        <a:bodyPr/>
        <a:lstStyle/>
        <a:p>
          <a:endParaRPr lang="en-US"/>
        </a:p>
      </dgm:t>
    </dgm:pt>
    <dgm:pt modelId="{8A096FCB-1064-4E27-933C-126D70CC63BA}" type="sibTrans" cxnId="{664424E5-A737-411A-ADC7-B55042DE7EC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78A2114-C476-4193-AD55-61CB7C84054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Vorteil: Bessere Wartbarkeit &amp; Testbarkeit</a:t>
          </a:r>
          <a:endParaRPr lang="en-US"/>
        </a:p>
      </dgm:t>
    </dgm:pt>
    <dgm:pt modelId="{F4FDA07D-629B-442A-8043-4CD892BA7885}" type="parTrans" cxnId="{C453F2BC-C896-4F9F-8B3B-BC8D609DCC43}">
      <dgm:prSet/>
      <dgm:spPr/>
      <dgm:t>
        <a:bodyPr/>
        <a:lstStyle/>
        <a:p>
          <a:endParaRPr lang="en-US"/>
        </a:p>
      </dgm:t>
    </dgm:pt>
    <dgm:pt modelId="{4AF10E56-F67D-46C3-A5D8-391822819031}" type="sibTrans" cxnId="{C453F2BC-C896-4F9F-8B3B-BC8D609DCC43}">
      <dgm:prSet/>
      <dgm:spPr/>
      <dgm:t>
        <a:bodyPr/>
        <a:lstStyle/>
        <a:p>
          <a:endParaRPr lang="en-US"/>
        </a:p>
      </dgm:t>
    </dgm:pt>
    <dgm:pt modelId="{E57596E9-4DAA-4F19-85BE-42CD51E58C72}" type="pres">
      <dgm:prSet presAssocID="{7E09E997-3F9E-4C0D-9EC2-661E570687E1}" presName="root" presStyleCnt="0">
        <dgm:presLayoutVars>
          <dgm:dir/>
          <dgm:resizeHandles val="exact"/>
        </dgm:presLayoutVars>
      </dgm:prSet>
      <dgm:spPr/>
    </dgm:pt>
    <dgm:pt modelId="{D3DC1229-4D35-45DB-9CE5-DE476B835028}" type="pres">
      <dgm:prSet presAssocID="{7E09E997-3F9E-4C0D-9EC2-661E570687E1}" presName="container" presStyleCnt="0">
        <dgm:presLayoutVars>
          <dgm:dir/>
          <dgm:resizeHandles val="exact"/>
        </dgm:presLayoutVars>
      </dgm:prSet>
      <dgm:spPr/>
    </dgm:pt>
    <dgm:pt modelId="{757C7EE4-4A6F-4DA1-9002-DB23B727C6CA}" type="pres">
      <dgm:prSet presAssocID="{62B2C68A-7127-4147-A12D-704FDD57742A}" presName="compNode" presStyleCnt="0"/>
      <dgm:spPr/>
    </dgm:pt>
    <dgm:pt modelId="{1476E6D3-FBDB-412E-8B94-33976A4F871C}" type="pres">
      <dgm:prSet presAssocID="{62B2C68A-7127-4147-A12D-704FDD57742A}" presName="iconBgRect" presStyleLbl="bgShp" presStyleIdx="0" presStyleCnt="4"/>
      <dgm:spPr/>
    </dgm:pt>
    <dgm:pt modelId="{EB6B18E5-163D-499F-89D7-72D5F9DDC52F}" type="pres">
      <dgm:prSet presAssocID="{62B2C68A-7127-4147-A12D-704FDD57742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ie"/>
        </a:ext>
      </dgm:extLst>
    </dgm:pt>
    <dgm:pt modelId="{3CAEA765-F336-4408-99B6-99795D0E087B}" type="pres">
      <dgm:prSet presAssocID="{62B2C68A-7127-4147-A12D-704FDD57742A}" presName="spaceRect" presStyleCnt="0"/>
      <dgm:spPr/>
    </dgm:pt>
    <dgm:pt modelId="{3BE6061D-D3DA-43F0-ACF9-96F2CC007426}" type="pres">
      <dgm:prSet presAssocID="{62B2C68A-7127-4147-A12D-704FDD57742A}" presName="textRect" presStyleLbl="revTx" presStyleIdx="0" presStyleCnt="4">
        <dgm:presLayoutVars>
          <dgm:chMax val="1"/>
          <dgm:chPref val="1"/>
        </dgm:presLayoutVars>
      </dgm:prSet>
      <dgm:spPr/>
    </dgm:pt>
    <dgm:pt modelId="{4F4B0749-C0D1-446D-90C7-44AED595DD57}" type="pres">
      <dgm:prSet presAssocID="{E155CB52-AB8E-4705-9021-6778319DD08E}" presName="sibTrans" presStyleLbl="sibTrans2D1" presStyleIdx="0" presStyleCnt="0"/>
      <dgm:spPr/>
    </dgm:pt>
    <dgm:pt modelId="{DF55BC8E-8ED7-4165-AD88-D90F26E8AE65}" type="pres">
      <dgm:prSet presAssocID="{0D08FDB2-3E13-42A8-83CA-4450218E71CE}" presName="compNode" presStyleCnt="0"/>
      <dgm:spPr/>
    </dgm:pt>
    <dgm:pt modelId="{928809B7-A4DE-4565-A636-985C2403FC64}" type="pres">
      <dgm:prSet presAssocID="{0D08FDB2-3E13-42A8-83CA-4450218E71CE}" presName="iconBgRect" presStyleLbl="bgShp" presStyleIdx="1" presStyleCnt="4"/>
      <dgm:spPr/>
    </dgm:pt>
    <dgm:pt modelId="{F33C84E9-DD95-4AAF-95B9-65B1DF8E9425}" type="pres">
      <dgm:prSet presAssocID="{0D08FDB2-3E13-42A8-83CA-4450218E71C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AADE8708-302A-4525-BFE8-0B0C41A42C9E}" type="pres">
      <dgm:prSet presAssocID="{0D08FDB2-3E13-42A8-83CA-4450218E71CE}" presName="spaceRect" presStyleCnt="0"/>
      <dgm:spPr/>
    </dgm:pt>
    <dgm:pt modelId="{4CE04A27-FAAA-4073-8417-6DDCFCF9FD5A}" type="pres">
      <dgm:prSet presAssocID="{0D08FDB2-3E13-42A8-83CA-4450218E71CE}" presName="textRect" presStyleLbl="revTx" presStyleIdx="1" presStyleCnt="4">
        <dgm:presLayoutVars>
          <dgm:chMax val="1"/>
          <dgm:chPref val="1"/>
        </dgm:presLayoutVars>
      </dgm:prSet>
      <dgm:spPr/>
    </dgm:pt>
    <dgm:pt modelId="{5034F40F-0FEC-4AA6-8614-14AFC765E9F2}" type="pres">
      <dgm:prSet presAssocID="{558FEF15-7823-49B0-9A93-A9841F6397BA}" presName="sibTrans" presStyleLbl="sibTrans2D1" presStyleIdx="0" presStyleCnt="0"/>
      <dgm:spPr/>
    </dgm:pt>
    <dgm:pt modelId="{9E2DF5C2-EBE2-42FF-9B61-6DCE13541575}" type="pres">
      <dgm:prSet presAssocID="{E18BD7CF-F6A9-47BF-9591-C84B9ACD0351}" presName="compNode" presStyleCnt="0"/>
      <dgm:spPr/>
    </dgm:pt>
    <dgm:pt modelId="{45AA0D6B-8ED5-4DA4-A2C5-C2B23241C109}" type="pres">
      <dgm:prSet presAssocID="{E18BD7CF-F6A9-47BF-9591-C84B9ACD0351}" presName="iconBgRect" presStyleLbl="bgShp" presStyleIdx="2" presStyleCnt="4"/>
      <dgm:spPr/>
    </dgm:pt>
    <dgm:pt modelId="{435794FD-4826-4005-9992-20E0D06C92D5}" type="pres">
      <dgm:prSet presAssocID="{E18BD7CF-F6A9-47BF-9591-C84B9ACD035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F053E0F-7381-4E5F-B342-857FEA4567E5}" type="pres">
      <dgm:prSet presAssocID="{E18BD7CF-F6A9-47BF-9591-C84B9ACD0351}" presName="spaceRect" presStyleCnt="0"/>
      <dgm:spPr/>
    </dgm:pt>
    <dgm:pt modelId="{D70B0EE2-8B0C-4283-A8E1-B5AE7D82F7BD}" type="pres">
      <dgm:prSet presAssocID="{E18BD7CF-F6A9-47BF-9591-C84B9ACD0351}" presName="textRect" presStyleLbl="revTx" presStyleIdx="2" presStyleCnt="4">
        <dgm:presLayoutVars>
          <dgm:chMax val="1"/>
          <dgm:chPref val="1"/>
        </dgm:presLayoutVars>
      </dgm:prSet>
      <dgm:spPr/>
    </dgm:pt>
    <dgm:pt modelId="{15AA8186-0E8E-4CB7-85DB-B5582257AF0B}" type="pres">
      <dgm:prSet presAssocID="{8A096FCB-1064-4E27-933C-126D70CC63BA}" presName="sibTrans" presStyleLbl="sibTrans2D1" presStyleIdx="0" presStyleCnt="0"/>
      <dgm:spPr/>
    </dgm:pt>
    <dgm:pt modelId="{7742B82E-A58E-4F08-B169-BECB942F89C8}" type="pres">
      <dgm:prSet presAssocID="{178A2114-C476-4193-AD55-61CB7C840547}" presName="compNode" presStyleCnt="0"/>
      <dgm:spPr/>
    </dgm:pt>
    <dgm:pt modelId="{5F696B65-5D39-4907-A398-C3116F847C46}" type="pres">
      <dgm:prSet presAssocID="{178A2114-C476-4193-AD55-61CB7C840547}" presName="iconBgRect" presStyleLbl="bgShp" presStyleIdx="3" presStyleCnt="4"/>
      <dgm:spPr/>
    </dgm:pt>
    <dgm:pt modelId="{7B02F5CA-936F-4A9F-9319-7D4BA928655F}" type="pres">
      <dgm:prSet presAssocID="{178A2114-C476-4193-AD55-61CB7C84054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E4CA2EB-819D-4181-8D78-26CB7024BCE5}" type="pres">
      <dgm:prSet presAssocID="{178A2114-C476-4193-AD55-61CB7C840547}" presName="spaceRect" presStyleCnt="0"/>
      <dgm:spPr/>
    </dgm:pt>
    <dgm:pt modelId="{819401D5-6FDF-4A3A-8016-8772D5407E0E}" type="pres">
      <dgm:prSet presAssocID="{178A2114-C476-4193-AD55-61CB7C84054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0DDCB01-8775-4B38-ABB9-5705B4FF6A40}" type="presOf" srcId="{E18BD7CF-F6A9-47BF-9591-C84B9ACD0351}" destId="{D70B0EE2-8B0C-4283-A8E1-B5AE7D82F7BD}" srcOrd="0" destOrd="0" presId="urn:microsoft.com/office/officeart/2018/2/layout/IconCircleList"/>
    <dgm:cxn modelId="{E63FBC20-03FE-4ADD-A4E9-173D4617C827}" type="presOf" srcId="{E155CB52-AB8E-4705-9021-6778319DD08E}" destId="{4F4B0749-C0D1-446D-90C7-44AED595DD57}" srcOrd="0" destOrd="0" presId="urn:microsoft.com/office/officeart/2018/2/layout/IconCircleList"/>
    <dgm:cxn modelId="{432D7628-DAA9-4678-8FB9-D0A56123702B}" type="presOf" srcId="{62B2C68A-7127-4147-A12D-704FDD57742A}" destId="{3BE6061D-D3DA-43F0-ACF9-96F2CC007426}" srcOrd="0" destOrd="0" presId="urn:microsoft.com/office/officeart/2018/2/layout/IconCircleList"/>
    <dgm:cxn modelId="{7AE71B64-25A6-4EF3-91D8-F56719F1696C}" type="presOf" srcId="{0D08FDB2-3E13-42A8-83CA-4450218E71CE}" destId="{4CE04A27-FAAA-4073-8417-6DDCFCF9FD5A}" srcOrd="0" destOrd="0" presId="urn:microsoft.com/office/officeart/2018/2/layout/IconCircleList"/>
    <dgm:cxn modelId="{E57E4FA1-3863-4CEA-A63F-0934A3365C60}" type="presOf" srcId="{558FEF15-7823-49B0-9A93-A9841F6397BA}" destId="{5034F40F-0FEC-4AA6-8614-14AFC765E9F2}" srcOrd="0" destOrd="0" presId="urn:microsoft.com/office/officeart/2018/2/layout/IconCircleList"/>
    <dgm:cxn modelId="{3A2551A3-733E-4035-8126-713B5DE6F086}" srcId="{7E09E997-3F9E-4C0D-9EC2-661E570687E1}" destId="{0D08FDB2-3E13-42A8-83CA-4450218E71CE}" srcOrd="1" destOrd="0" parTransId="{91E18C8C-FB76-41DB-BFDC-1B9DA508A8D8}" sibTransId="{558FEF15-7823-49B0-9A93-A9841F6397BA}"/>
    <dgm:cxn modelId="{557E7DAB-91D7-45C9-8C09-9FDAEE653DC8}" type="presOf" srcId="{8A096FCB-1064-4E27-933C-126D70CC63BA}" destId="{15AA8186-0E8E-4CB7-85DB-B5582257AF0B}" srcOrd="0" destOrd="0" presId="urn:microsoft.com/office/officeart/2018/2/layout/IconCircleList"/>
    <dgm:cxn modelId="{C453F2BC-C896-4F9F-8B3B-BC8D609DCC43}" srcId="{7E09E997-3F9E-4C0D-9EC2-661E570687E1}" destId="{178A2114-C476-4193-AD55-61CB7C840547}" srcOrd="3" destOrd="0" parTransId="{F4FDA07D-629B-442A-8043-4CD892BA7885}" sibTransId="{4AF10E56-F67D-46C3-A5D8-391822819031}"/>
    <dgm:cxn modelId="{41AEC3CC-A1B1-406C-B104-922969B67429}" type="presOf" srcId="{7E09E997-3F9E-4C0D-9EC2-661E570687E1}" destId="{E57596E9-4DAA-4F19-85BE-42CD51E58C72}" srcOrd="0" destOrd="0" presId="urn:microsoft.com/office/officeart/2018/2/layout/IconCircleList"/>
    <dgm:cxn modelId="{F0766ED1-8606-42CA-8030-ADE861AE8D87}" srcId="{7E09E997-3F9E-4C0D-9EC2-661E570687E1}" destId="{62B2C68A-7127-4147-A12D-704FDD57742A}" srcOrd="0" destOrd="0" parTransId="{789D6A9D-DAAF-4367-92E1-A044B7DE8BDD}" sibTransId="{E155CB52-AB8E-4705-9021-6778319DD08E}"/>
    <dgm:cxn modelId="{664424E5-A737-411A-ADC7-B55042DE7EC7}" srcId="{7E09E997-3F9E-4C0D-9EC2-661E570687E1}" destId="{E18BD7CF-F6A9-47BF-9591-C84B9ACD0351}" srcOrd="2" destOrd="0" parTransId="{A7EB541A-B69A-4F0F-BF6C-E2068BD10761}" sibTransId="{8A096FCB-1064-4E27-933C-126D70CC63BA}"/>
    <dgm:cxn modelId="{43ACA3F3-A034-4F79-BA07-849BECA6277F}" type="presOf" srcId="{178A2114-C476-4193-AD55-61CB7C840547}" destId="{819401D5-6FDF-4A3A-8016-8772D5407E0E}" srcOrd="0" destOrd="0" presId="urn:microsoft.com/office/officeart/2018/2/layout/IconCircleList"/>
    <dgm:cxn modelId="{74743D57-42E3-4A83-BA4B-75442E72B2C5}" type="presParOf" srcId="{E57596E9-4DAA-4F19-85BE-42CD51E58C72}" destId="{D3DC1229-4D35-45DB-9CE5-DE476B835028}" srcOrd="0" destOrd="0" presId="urn:microsoft.com/office/officeart/2018/2/layout/IconCircleList"/>
    <dgm:cxn modelId="{A4EDC55B-25EC-4211-AB5F-8F1C7437AA2A}" type="presParOf" srcId="{D3DC1229-4D35-45DB-9CE5-DE476B835028}" destId="{757C7EE4-4A6F-4DA1-9002-DB23B727C6CA}" srcOrd="0" destOrd="0" presId="urn:microsoft.com/office/officeart/2018/2/layout/IconCircleList"/>
    <dgm:cxn modelId="{1EA7304A-311B-41D7-915B-6970B960ED6F}" type="presParOf" srcId="{757C7EE4-4A6F-4DA1-9002-DB23B727C6CA}" destId="{1476E6D3-FBDB-412E-8B94-33976A4F871C}" srcOrd="0" destOrd="0" presId="urn:microsoft.com/office/officeart/2018/2/layout/IconCircleList"/>
    <dgm:cxn modelId="{BA2CEC65-2027-4B6C-A140-78B5C4A113B1}" type="presParOf" srcId="{757C7EE4-4A6F-4DA1-9002-DB23B727C6CA}" destId="{EB6B18E5-163D-499F-89D7-72D5F9DDC52F}" srcOrd="1" destOrd="0" presId="urn:microsoft.com/office/officeart/2018/2/layout/IconCircleList"/>
    <dgm:cxn modelId="{053ECEBB-DB72-4DD4-80E9-304FF4CC208C}" type="presParOf" srcId="{757C7EE4-4A6F-4DA1-9002-DB23B727C6CA}" destId="{3CAEA765-F336-4408-99B6-99795D0E087B}" srcOrd="2" destOrd="0" presId="urn:microsoft.com/office/officeart/2018/2/layout/IconCircleList"/>
    <dgm:cxn modelId="{0C9D67F3-9A13-41B7-8043-AF217057A886}" type="presParOf" srcId="{757C7EE4-4A6F-4DA1-9002-DB23B727C6CA}" destId="{3BE6061D-D3DA-43F0-ACF9-96F2CC007426}" srcOrd="3" destOrd="0" presId="urn:microsoft.com/office/officeart/2018/2/layout/IconCircleList"/>
    <dgm:cxn modelId="{7C7F6864-8CE9-491B-BF8E-53C3E6F0CDB0}" type="presParOf" srcId="{D3DC1229-4D35-45DB-9CE5-DE476B835028}" destId="{4F4B0749-C0D1-446D-90C7-44AED595DD57}" srcOrd="1" destOrd="0" presId="urn:microsoft.com/office/officeart/2018/2/layout/IconCircleList"/>
    <dgm:cxn modelId="{3A8B82CF-F53F-4309-A1A4-5ADFB2A2542C}" type="presParOf" srcId="{D3DC1229-4D35-45DB-9CE5-DE476B835028}" destId="{DF55BC8E-8ED7-4165-AD88-D90F26E8AE65}" srcOrd="2" destOrd="0" presId="urn:microsoft.com/office/officeart/2018/2/layout/IconCircleList"/>
    <dgm:cxn modelId="{B94A82B6-C570-41A0-BA37-57F2D4C3DF0F}" type="presParOf" srcId="{DF55BC8E-8ED7-4165-AD88-D90F26E8AE65}" destId="{928809B7-A4DE-4565-A636-985C2403FC64}" srcOrd="0" destOrd="0" presId="urn:microsoft.com/office/officeart/2018/2/layout/IconCircleList"/>
    <dgm:cxn modelId="{213C8264-7AA0-4FDC-BED9-74B9589C8811}" type="presParOf" srcId="{DF55BC8E-8ED7-4165-AD88-D90F26E8AE65}" destId="{F33C84E9-DD95-4AAF-95B9-65B1DF8E9425}" srcOrd="1" destOrd="0" presId="urn:microsoft.com/office/officeart/2018/2/layout/IconCircleList"/>
    <dgm:cxn modelId="{07981E77-54FF-4545-90FF-FC701EAE57E4}" type="presParOf" srcId="{DF55BC8E-8ED7-4165-AD88-D90F26E8AE65}" destId="{AADE8708-302A-4525-BFE8-0B0C41A42C9E}" srcOrd="2" destOrd="0" presId="urn:microsoft.com/office/officeart/2018/2/layout/IconCircleList"/>
    <dgm:cxn modelId="{1756C918-4B59-494E-9A36-E829CFAF95D0}" type="presParOf" srcId="{DF55BC8E-8ED7-4165-AD88-D90F26E8AE65}" destId="{4CE04A27-FAAA-4073-8417-6DDCFCF9FD5A}" srcOrd="3" destOrd="0" presId="urn:microsoft.com/office/officeart/2018/2/layout/IconCircleList"/>
    <dgm:cxn modelId="{F886B3F9-B9BF-4F9F-8084-3E348FEB69CA}" type="presParOf" srcId="{D3DC1229-4D35-45DB-9CE5-DE476B835028}" destId="{5034F40F-0FEC-4AA6-8614-14AFC765E9F2}" srcOrd="3" destOrd="0" presId="urn:microsoft.com/office/officeart/2018/2/layout/IconCircleList"/>
    <dgm:cxn modelId="{BC377F6D-4F17-452F-9097-9C29B36D9B7D}" type="presParOf" srcId="{D3DC1229-4D35-45DB-9CE5-DE476B835028}" destId="{9E2DF5C2-EBE2-42FF-9B61-6DCE13541575}" srcOrd="4" destOrd="0" presId="urn:microsoft.com/office/officeart/2018/2/layout/IconCircleList"/>
    <dgm:cxn modelId="{1AD10332-E179-4444-BC2B-8512C4E14043}" type="presParOf" srcId="{9E2DF5C2-EBE2-42FF-9B61-6DCE13541575}" destId="{45AA0D6B-8ED5-4DA4-A2C5-C2B23241C109}" srcOrd="0" destOrd="0" presId="urn:microsoft.com/office/officeart/2018/2/layout/IconCircleList"/>
    <dgm:cxn modelId="{50E44B33-42EC-43A9-AD3F-397FCE72BFD2}" type="presParOf" srcId="{9E2DF5C2-EBE2-42FF-9B61-6DCE13541575}" destId="{435794FD-4826-4005-9992-20E0D06C92D5}" srcOrd="1" destOrd="0" presId="urn:microsoft.com/office/officeart/2018/2/layout/IconCircleList"/>
    <dgm:cxn modelId="{40E55C55-B791-4647-A77C-B38C01EE84C9}" type="presParOf" srcId="{9E2DF5C2-EBE2-42FF-9B61-6DCE13541575}" destId="{FF053E0F-7381-4E5F-B342-857FEA4567E5}" srcOrd="2" destOrd="0" presId="urn:microsoft.com/office/officeart/2018/2/layout/IconCircleList"/>
    <dgm:cxn modelId="{A87A05E0-8268-4C44-A57F-0AD010AF61E7}" type="presParOf" srcId="{9E2DF5C2-EBE2-42FF-9B61-6DCE13541575}" destId="{D70B0EE2-8B0C-4283-A8E1-B5AE7D82F7BD}" srcOrd="3" destOrd="0" presId="urn:microsoft.com/office/officeart/2018/2/layout/IconCircleList"/>
    <dgm:cxn modelId="{A36CF5D0-095F-4CF6-BE55-BDD5003928F9}" type="presParOf" srcId="{D3DC1229-4D35-45DB-9CE5-DE476B835028}" destId="{15AA8186-0E8E-4CB7-85DB-B5582257AF0B}" srcOrd="5" destOrd="0" presId="urn:microsoft.com/office/officeart/2018/2/layout/IconCircleList"/>
    <dgm:cxn modelId="{3CD46650-5593-4275-A791-9B9B95522678}" type="presParOf" srcId="{D3DC1229-4D35-45DB-9CE5-DE476B835028}" destId="{7742B82E-A58E-4F08-B169-BECB942F89C8}" srcOrd="6" destOrd="0" presId="urn:microsoft.com/office/officeart/2018/2/layout/IconCircleList"/>
    <dgm:cxn modelId="{D4D63C2F-2771-4DF1-8D0B-EE43F1EE880A}" type="presParOf" srcId="{7742B82E-A58E-4F08-B169-BECB942F89C8}" destId="{5F696B65-5D39-4907-A398-C3116F847C46}" srcOrd="0" destOrd="0" presId="urn:microsoft.com/office/officeart/2018/2/layout/IconCircleList"/>
    <dgm:cxn modelId="{93ACF7D2-B082-45F4-ACBE-4F7B8B308B47}" type="presParOf" srcId="{7742B82E-A58E-4F08-B169-BECB942F89C8}" destId="{7B02F5CA-936F-4A9F-9319-7D4BA928655F}" srcOrd="1" destOrd="0" presId="urn:microsoft.com/office/officeart/2018/2/layout/IconCircleList"/>
    <dgm:cxn modelId="{E4950263-9230-4B47-ACD9-D9AEE202AB8D}" type="presParOf" srcId="{7742B82E-A58E-4F08-B169-BECB942F89C8}" destId="{5E4CA2EB-819D-4181-8D78-26CB7024BCE5}" srcOrd="2" destOrd="0" presId="urn:microsoft.com/office/officeart/2018/2/layout/IconCircleList"/>
    <dgm:cxn modelId="{B5A47FAA-038F-41BB-953B-8DD01A170444}" type="presParOf" srcId="{7742B82E-A58E-4F08-B169-BECB942F89C8}" destId="{819401D5-6FDF-4A3A-8016-8772D5407E0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41B9DF2-AE38-4CAB-AA38-BE41E121CEA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6C8B9B-9DF2-4597-8A58-5A1D4EFE9F22}">
      <dgm:prSet/>
      <dgm:spPr/>
      <dgm:t>
        <a:bodyPr/>
        <a:lstStyle/>
        <a:p>
          <a:r>
            <a:rPr lang="de-DE"/>
            <a:t>GameLogic: Spielregeln, SpielerwechselGewinner‑ &amp; Unentschiedenprüfung</a:t>
          </a:r>
          <a:endParaRPr lang="en-US"/>
        </a:p>
      </dgm:t>
    </dgm:pt>
    <dgm:pt modelId="{D25A7B21-DBFC-4A8E-A910-FFDC6CA30AD1}" type="parTrans" cxnId="{81AD9348-77E9-45E5-8FB9-0D921B7D9E30}">
      <dgm:prSet/>
      <dgm:spPr/>
      <dgm:t>
        <a:bodyPr/>
        <a:lstStyle/>
        <a:p>
          <a:endParaRPr lang="en-US"/>
        </a:p>
      </dgm:t>
    </dgm:pt>
    <dgm:pt modelId="{67C406EB-B098-42A1-9E8D-EA1F898B7439}" type="sibTrans" cxnId="{81AD9348-77E9-45E5-8FB9-0D921B7D9E30}">
      <dgm:prSet/>
      <dgm:spPr/>
      <dgm:t>
        <a:bodyPr/>
        <a:lstStyle/>
        <a:p>
          <a:endParaRPr lang="en-US"/>
        </a:p>
      </dgm:t>
    </dgm:pt>
    <dgm:pt modelId="{102ABA3A-3306-4137-AA7B-70AE74B889D0}">
      <dgm:prSet/>
      <dgm:spPr/>
      <dgm:t>
        <a:bodyPr/>
        <a:lstStyle/>
        <a:p>
          <a:r>
            <a:rPr lang="de-DE"/>
            <a:t>GameBoard:3×3‑Spielfeld mit Buttons</a:t>
          </a:r>
          <a:endParaRPr lang="en-US"/>
        </a:p>
      </dgm:t>
    </dgm:pt>
    <dgm:pt modelId="{904C0BC0-D590-4622-A734-22C14B13B38A}" type="parTrans" cxnId="{2997EB92-ADC2-4E91-814B-76B40943A8C3}">
      <dgm:prSet/>
      <dgm:spPr/>
      <dgm:t>
        <a:bodyPr/>
        <a:lstStyle/>
        <a:p>
          <a:endParaRPr lang="en-US"/>
        </a:p>
      </dgm:t>
    </dgm:pt>
    <dgm:pt modelId="{A6B63C2F-12F7-429D-A326-EA64DCC65843}" type="sibTrans" cxnId="{2997EB92-ADC2-4E91-814B-76B40943A8C3}">
      <dgm:prSet/>
      <dgm:spPr/>
      <dgm:t>
        <a:bodyPr/>
        <a:lstStyle/>
        <a:p>
          <a:endParaRPr lang="en-US"/>
        </a:p>
      </dgm:t>
    </dgm:pt>
    <dgm:pt modelId="{ACCF9DA0-E36D-4A85-AFA5-AF54E45750FE}">
      <dgm:prSet/>
      <dgm:spPr/>
      <dgm:t>
        <a:bodyPr/>
        <a:lstStyle/>
        <a:p>
          <a:r>
            <a:rPr lang="de-DE"/>
            <a:t>GameController:Verarbeitet Klicks und steuert den Ablauf</a:t>
          </a:r>
          <a:endParaRPr lang="en-US"/>
        </a:p>
      </dgm:t>
    </dgm:pt>
    <dgm:pt modelId="{A1AFF150-9091-4A6E-9203-B5659B3C7653}" type="parTrans" cxnId="{1DB4938D-6DA0-43B1-BE94-3C708F0B4DD6}">
      <dgm:prSet/>
      <dgm:spPr/>
      <dgm:t>
        <a:bodyPr/>
        <a:lstStyle/>
        <a:p>
          <a:endParaRPr lang="en-US"/>
        </a:p>
      </dgm:t>
    </dgm:pt>
    <dgm:pt modelId="{F21B8E7C-E719-4721-A95F-8BEB03466CA9}" type="sibTrans" cxnId="{1DB4938D-6DA0-43B1-BE94-3C708F0B4DD6}">
      <dgm:prSet/>
      <dgm:spPr/>
      <dgm:t>
        <a:bodyPr/>
        <a:lstStyle/>
        <a:p>
          <a:endParaRPr lang="en-US"/>
        </a:p>
      </dgm:t>
    </dgm:pt>
    <dgm:pt modelId="{E13E1591-A295-48EB-BB1B-0E29A06FE79C}" type="pres">
      <dgm:prSet presAssocID="{A41B9DF2-AE38-4CAB-AA38-BE41E121CEA9}" presName="outerComposite" presStyleCnt="0">
        <dgm:presLayoutVars>
          <dgm:chMax val="5"/>
          <dgm:dir/>
          <dgm:resizeHandles val="exact"/>
        </dgm:presLayoutVars>
      </dgm:prSet>
      <dgm:spPr/>
    </dgm:pt>
    <dgm:pt modelId="{23673144-1559-48E7-BB0A-E368D882D8B8}" type="pres">
      <dgm:prSet presAssocID="{A41B9DF2-AE38-4CAB-AA38-BE41E121CEA9}" presName="dummyMaxCanvas" presStyleCnt="0">
        <dgm:presLayoutVars/>
      </dgm:prSet>
      <dgm:spPr/>
    </dgm:pt>
    <dgm:pt modelId="{5BD3A703-BC98-48F6-8552-3D54261C392D}" type="pres">
      <dgm:prSet presAssocID="{A41B9DF2-AE38-4CAB-AA38-BE41E121CEA9}" presName="ThreeNodes_1" presStyleLbl="node1" presStyleIdx="0" presStyleCnt="3">
        <dgm:presLayoutVars>
          <dgm:bulletEnabled val="1"/>
        </dgm:presLayoutVars>
      </dgm:prSet>
      <dgm:spPr/>
    </dgm:pt>
    <dgm:pt modelId="{C175F4CC-A7DC-44AF-A6BF-363C44BF71B3}" type="pres">
      <dgm:prSet presAssocID="{A41B9DF2-AE38-4CAB-AA38-BE41E121CEA9}" presName="ThreeNodes_2" presStyleLbl="node1" presStyleIdx="1" presStyleCnt="3">
        <dgm:presLayoutVars>
          <dgm:bulletEnabled val="1"/>
        </dgm:presLayoutVars>
      </dgm:prSet>
      <dgm:spPr/>
    </dgm:pt>
    <dgm:pt modelId="{5249E0DB-A9F0-4F0A-9A7E-8AC99225F065}" type="pres">
      <dgm:prSet presAssocID="{A41B9DF2-AE38-4CAB-AA38-BE41E121CEA9}" presName="ThreeNodes_3" presStyleLbl="node1" presStyleIdx="2" presStyleCnt="3">
        <dgm:presLayoutVars>
          <dgm:bulletEnabled val="1"/>
        </dgm:presLayoutVars>
      </dgm:prSet>
      <dgm:spPr/>
    </dgm:pt>
    <dgm:pt modelId="{FFF184F2-7541-4E83-A51A-277E0F683DD0}" type="pres">
      <dgm:prSet presAssocID="{A41B9DF2-AE38-4CAB-AA38-BE41E121CEA9}" presName="ThreeConn_1-2" presStyleLbl="fgAccFollowNode1" presStyleIdx="0" presStyleCnt="2">
        <dgm:presLayoutVars>
          <dgm:bulletEnabled val="1"/>
        </dgm:presLayoutVars>
      </dgm:prSet>
      <dgm:spPr/>
    </dgm:pt>
    <dgm:pt modelId="{5FEA4754-EA92-4A09-849D-473BC107D32F}" type="pres">
      <dgm:prSet presAssocID="{A41B9DF2-AE38-4CAB-AA38-BE41E121CEA9}" presName="ThreeConn_2-3" presStyleLbl="fgAccFollowNode1" presStyleIdx="1" presStyleCnt="2">
        <dgm:presLayoutVars>
          <dgm:bulletEnabled val="1"/>
        </dgm:presLayoutVars>
      </dgm:prSet>
      <dgm:spPr/>
    </dgm:pt>
    <dgm:pt modelId="{2E79C2B1-D352-402D-8A8E-8FEF5FE10E7C}" type="pres">
      <dgm:prSet presAssocID="{A41B9DF2-AE38-4CAB-AA38-BE41E121CEA9}" presName="ThreeNodes_1_text" presStyleLbl="node1" presStyleIdx="2" presStyleCnt="3">
        <dgm:presLayoutVars>
          <dgm:bulletEnabled val="1"/>
        </dgm:presLayoutVars>
      </dgm:prSet>
      <dgm:spPr/>
    </dgm:pt>
    <dgm:pt modelId="{0C73F06B-3355-4401-ADBE-BEA941896A78}" type="pres">
      <dgm:prSet presAssocID="{A41B9DF2-AE38-4CAB-AA38-BE41E121CEA9}" presName="ThreeNodes_2_text" presStyleLbl="node1" presStyleIdx="2" presStyleCnt="3">
        <dgm:presLayoutVars>
          <dgm:bulletEnabled val="1"/>
        </dgm:presLayoutVars>
      </dgm:prSet>
      <dgm:spPr/>
    </dgm:pt>
    <dgm:pt modelId="{288B49EA-7159-4DF7-B355-D822278329B0}" type="pres">
      <dgm:prSet presAssocID="{A41B9DF2-AE38-4CAB-AA38-BE41E121CEA9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A9D1331D-6A1E-4893-91EB-04161AF17929}" type="presOf" srcId="{6F6C8B9B-9DF2-4597-8A58-5A1D4EFE9F22}" destId="{2E79C2B1-D352-402D-8A8E-8FEF5FE10E7C}" srcOrd="1" destOrd="0" presId="urn:microsoft.com/office/officeart/2005/8/layout/vProcess5"/>
    <dgm:cxn modelId="{5222E92C-7909-4C5F-A4DD-3408B67E7A83}" type="presOf" srcId="{102ABA3A-3306-4137-AA7B-70AE74B889D0}" destId="{0C73F06B-3355-4401-ADBE-BEA941896A78}" srcOrd="1" destOrd="0" presId="urn:microsoft.com/office/officeart/2005/8/layout/vProcess5"/>
    <dgm:cxn modelId="{662E662E-992B-4732-84A5-6731CF4441FD}" type="presOf" srcId="{6F6C8B9B-9DF2-4597-8A58-5A1D4EFE9F22}" destId="{5BD3A703-BC98-48F6-8552-3D54261C392D}" srcOrd="0" destOrd="0" presId="urn:microsoft.com/office/officeart/2005/8/layout/vProcess5"/>
    <dgm:cxn modelId="{5BE1B73D-8CE3-4687-AB2D-E710E3CEA214}" type="presOf" srcId="{ACCF9DA0-E36D-4A85-AFA5-AF54E45750FE}" destId="{5249E0DB-A9F0-4F0A-9A7E-8AC99225F065}" srcOrd="0" destOrd="0" presId="urn:microsoft.com/office/officeart/2005/8/layout/vProcess5"/>
    <dgm:cxn modelId="{81AD9348-77E9-45E5-8FB9-0D921B7D9E30}" srcId="{A41B9DF2-AE38-4CAB-AA38-BE41E121CEA9}" destId="{6F6C8B9B-9DF2-4597-8A58-5A1D4EFE9F22}" srcOrd="0" destOrd="0" parTransId="{D25A7B21-DBFC-4A8E-A910-FFDC6CA30AD1}" sibTransId="{67C406EB-B098-42A1-9E8D-EA1F898B7439}"/>
    <dgm:cxn modelId="{C4341083-BE0D-4D8A-B59A-B6AF162DCEDA}" type="presOf" srcId="{A41B9DF2-AE38-4CAB-AA38-BE41E121CEA9}" destId="{E13E1591-A295-48EB-BB1B-0E29A06FE79C}" srcOrd="0" destOrd="0" presId="urn:microsoft.com/office/officeart/2005/8/layout/vProcess5"/>
    <dgm:cxn modelId="{1DB4938D-6DA0-43B1-BE94-3C708F0B4DD6}" srcId="{A41B9DF2-AE38-4CAB-AA38-BE41E121CEA9}" destId="{ACCF9DA0-E36D-4A85-AFA5-AF54E45750FE}" srcOrd="2" destOrd="0" parTransId="{A1AFF150-9091-4A6E-9203-B5659B3C7653}" sibTransId="{F21B8E7C-E719-4721-A95F-8BEB03466CA9}"/>
    <dgm:cxn modelId="{2997EB92-ADC2-4E91-814B-76B40943A8C3}" srcId="{A41B9DF2-AE38-4CAB-AA38-BE41E121CEA9}" destId="{102ABA3A-3306-4137-AA7B-70AE74B889D0}" srcOrd="1" destOrd="0" parTransId="{904C0BC0-D590-4622-A734-22C14B13B38A}" sibTransId="{A6B63C2F-12F7-429D-A326-EA64DCC65843}"/>
    <dgm:cxn modelId="{F117F1BA-0670-4CD9-8A1C-76B8D9868800}" type="presOf" srcId="{102ABA3A-3306-4137-AA7B-70AE74B889D0}" destId="{C175F4CC-A7DC-44AF-A6BF-363C44BF71B3}" srcOrd="0" destOrd="0" presId="urn:microsoft.com/office/officeart/2005/8/layout/vProcess5"/>
    <dgm:cxn modelId="{35E4DCE6-68C6-410D-AD61-AAAAE5F29E23}" type="presOf" srcId="{A6B63C2F-12F7-429D-A326-EA64DCC65843}" destId="{5FEA4754-EA92-4A09-849D-473BC107D32F}" srcOrd="0" destOrd="0" presId="urn:microsoft.com/office/officeart/2005/8/layout/vProcess5"/>
    <dgm:cxn modelId="{49AC21EC-9563-4868-8117-5658DE87833B}" type="presOf" srcId="{67C406EB-B098-42A1-9E8D-EA1F898B7439}" destId="{FFF184F2-7541-4E83-A51A-277E0F683DD0}" srcOrd="0" destOrd="0" presId="urn:microsoft.com/office/officeart/2005/8/layout/vProcess5"/>
    <dgm:cxn modelId="{DD434EF2-A665-4C9C-9B18-7A7EC9077617}" type="presOf" srcId="{ACCF9DA0-E36D-4A85-AFA5-AF54E45750FE}" destId="{288B49EA-7159-4DF7-B355-D822278329B0}" srcOrd="1" destOrd="0" presId="urn:microsoft.com/office/officeart/2005/8/layout/vProcess5"/>
    <dgm:cxn modelId="{ECA4CE29-B0AE-431E-80D9-21FE16230021}" type="presParOf" srcId="{E13E1591-A295-48EB-BB1B-0E29A06FE79C}" destId="{23673144-1559-48E7-BB0A-E368D882D8B8}" srcOrd="0" destOrd="0" presId="urn:microsoft.com/office/officeart/2005/8/layout/vProcess5"/>
    <dgm:cxn modelId="{C47B099B-F8E7-4103-8356-23442E624D7A}" type="presParOf" srcId="{E13E1591-A295-48EB-BB1B-0E29A06FE79C}" destId="{5BD3A703-BC98-48F6-8552-3D54261C392D}" srcOrd="1" destOrd="0" presId="urn:microsoft.com/office/officeart/2005/8/layout/vProcess5"/>
    <dgm:cxn modelId="{0454D018-622B-4DE0-9C5E-E170CFD63DAC}" type="presParOf" srcId="{E13E1591-A295-48EB-BB1B-0E29A06FE79C}" destId="{C175F4CC-A7DC-44AF-A6BF-363C44BF71B3}" srcOrd="2" destOrd="0" presId="urn:microsoft.com/office/officeart/2005/8/layout/vProcess5"/>
    <dgm:cxn modelId="{C731C3A8-F5CE-4841-9683-435E3D1BA8FC}" type="presParOf" srcId="{E13E1591-A295-48EB-BB1B-0E29A06FE79C}" destId="{5249E0DB-A9F0-4F0A-9A7E-8AC99225F065}" srcOrd="3" destOrd="0" presId="urn:microsoft.com/office/officeart/2005/8/layout/vProcess5"/>
    <dgm:cxn modelId="{B1C0F1A5-8FDA-460E-BBE9-9AC36BA1172C}" type="presParOf" srcId="{E13E1591-A295-48EB-BB1B-0E29A06FE79C}" destId="{FFF184F2-7541-4E83-A51A-277E0F683DD0}" srcOrd="4" destOrd="0" presId="urn:microsoft.com/office/officeart/2005/8/layout/vProcess5"/>
    <dgm:cxn modelId="{9A262BDA-B69E-4D69-8CD7-879E7426EF7F}" type="presParOf" srcId="{E13E1591-A295-48EB-BB1B-0E29A06FE79C}" destId="{5FEA4754-EA92-4A09-849D-473BC107D32F}" srcOrd="5" destOrd="0" presId="urn:microsoft.com/office/officeart/2005/8/layout/vProcess5"/>
    <dgm:cxn modelId="{D2DDEF4B-D6A9-4B2A-ABEF-15492EBCD924}" type="presParOf" srcId="{E13E1591-A295-48EB-BB1B-0E29A06FE79C}" destId="{2E79C2B1-D352-402D-8A8E-8FEF5FE10E7C}" srcOrd="6" destOrd="0" presId="urn:microsoft.com/office/officeart/2005/8/layout/vProcess5"/>
    <dgm:cxn modelId="{5ED205C8-67EC-4AF8-9B14-610365380FD4}" type="presParOf" srcId="{E13E1591-A295-48EB-BB1B-0E29A06FE79C}" destId="{0C73F06B-3355-4401-ADBE-BEA941896A78}" srcOrd="7" destOrd="0" presId="urn:microsoft.com/office/officeart/2005/8/layout/vProcess5"/>
    <dgm:cxn modelId="{43508A86-8A99-422F-B304-815B6FC771AA}" type="presParOf" srcId="{E13E1591-A295-48EB-BB1B-0E29A06FE79C}" destId="{288B49EA-7159-4DF7-B355-D822278329B0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0E41EE6-64E5-4E40-82D0-681AAC06EF09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DADE308-C9D0-4778-9EC7-D46DD0E1CAAA}">
      <dgm:prSet/>
      <dgm:spPr/>
      <dgm:t>
        <a:bodyPr/>
        <a:lstStyle/>
        <a:p>
          <a:r>
            <a:rPr lang="de-DE"/>
            <a:t>Spieler klickt auf ein Feld</a:t>
          </a:r>
          <a:endParaRPr lang="en-US"/>
        </a:p>
      </dgm:t>
    </dgm:pt>
    <dgm:pt modelId="{9D30478F-A936-49AE-8719-9B8517219AD9}" type="parTrans" cxnId="{37E63F32-14FF-4B8A-8178-39C3B8890507}">
      <dgm:prSet/>
      <dgm:spPr/>
      <dgm:t>
        <a:bodyPr/>
        <a:lstStyle/>
        <a:p>
          <a:endParaRPr lang="en-US"/>
        </a:p>
      </dgm:t>
    </dgm:pt>
    <dgm:pt modelId="{0EE4998A-610B-4EEB-A46D-49DBC47F047E}" type="sibTrans" cxnId="{37E63F32-14FF-4B8A-8178-39C3B8890507}">
      <dgm:prSet/>
      <dgm:spPr/>
      <dgm:t>
        <a:bodyPr/>
        <a:lstStyle/>
        <a:p>
          <a:endParaRPr lang="en-US"/>
        </a:p>
      </dgm:t>
    </dgm:pt>
    <dgm:pt modelId="{BFD2B202-9413-458C-914A-FD80EA09DF27}">
      <dgm:prSet/>
      <dgm:spPr/>
      <dgm:t>
        <a:bodyPr/>
        <a:lstStyle/>
        <a:p>
          <a:r>
            <a:rPr lang="de-DE"/>
            <a:t>Controller wertet Klick aus</a:t>
          </a:r>
          <a:endParaRPr lang="en-US"/>
        </a:p>
      </dgm:t>
    </dgm:pt>
    <dgm:pt modelId="{9859494C-6BB0-4463-9E2F-67348CB8B66E}" type="parTrans" cxnId="{FF1040F6-E8AE-4C82-9AE0-F9208600DEE8}">
      <dgm:prSet/>
      <dgm:spPr/>
      <dgm:t>
        <a:bodyPr/>
        <a:lstStyle/>
        <a:p>
          <a:endParaRPr lang="en-US"/>
        </a:p>
      </dgm:t>
    </dgm:pt>
    <dgm:pt modelId="{1FD84D4A-5ADA-4A92-9652-C7ED68860F9A}" type="sibTrans" cxnId="{FF1040F6-E8AE-4C82-9AE0-F9208600DEE8}">
      <dgm:prSet/>
      <dgm:spPr/>
      <dgm:t>
        <a:bodyPr/>
        <a:lstStyle/>
        <a:p>
          <a:endParaRPr lang="en-US"/>
        </a:p>
      </dgm:t>
    </dgm:pt>
    <dgm:pt modelId="{68F3E23B-F73C-471F-8DFE-9D0F5BA2F26F}">
      <dgm:prSet/>
      <dgm:spPr/>
      <dgm:t>
        <a:bodyPr/>
        <a:lstStyle/>
        <a:p>
          <a:r>
            <a:rPr lang="de-DE"/>
            <a:t>Logik prüft Gültigkeit &amp; Spielende</a:t>
          </a:r>
          <a:endParaRPr lang="en-US"/>
        </a:p>
      </dgm:t>
    </dgm:pt>
    <dgm:pt modelId="{6EFBCB7E-5502-4170-B795-7F77AC651839}" type="parTrans" cxnId="{226E87DD-E158-442E-A09F-75AD6C464A82}">
      <dgm:prSet/>
      <dgm:spPr/>
      <dgm:t>
        <a:bodyPr/>
        <a:lstStyle/>
        <a:p>
          <a:endParaRPr lang="en-US"/>
        </a:p>
      </dgm:t>
    </dgm:pt>
    <dgm:pt modelId="{4BDD7558-F033-4932-B0CE-D9BCC74045E2}" type="sibTrans" cxnId="{226E87DD-E158-442E-A09F-75AD6C464A82}">
      <dgm:prSet/>
      <dgm:spPr/>
      <dgm:t>
        <a:bodyPr/>
        <a:lstStyle/>
        <a:p>
          <a:endParaRPr lang="en-US"/>
        </a:p>
      </dgm:t>
    </dgm:pt>
    <dgm:pt modelId="{9E0216B3-5F97-4856-BE83-2D19EDA1C73F}">
      <dgm:prSet/>
      <dgm:spPr/>
      <dgm:t>
        <a:bodyPr/>
        <a:lstStyle/>
        <a:p>
          <a:r>
            <a:rPr lang="de-DE"/>
            <a:t>Spielfeld und Statusanzeige werden aktualisiert</a:t>
          </a:r>
          <a:endParaRPr lang="en-US"/>
        </a:p>
      </dgm:t>
    </dgm:pt>
    <dgm:pt modelId="{C61FE15E-3167-4285-88D0-F657C86A9B2F}" type="parTrans" cxnId="{D98E10B8-1A2A-455F-A678-D0B034986BDF}">
      <dgm:prSet/>
      <dgm:spPr/>
      <dgm:t>
        <a:bodyPr/>
        <a:lstStyle/>
        <a:p>
          <a:endParaRPr lang="en-US"/>
        </a:p>
      </dgm:t>
    </dgm:pt>
    <dgm:pt modelId="{20B83AA5-3C87-4E01-8D3A-585FBB5D94E2}" type="sibTrans" cxnId="{D98E10B8-1A2A-455F-A678-D0B034986BDF}">
      <dgm:prSet/>
      <dgm:spPr/>
      <dgm:t>
        <a:bodyPr/>
        <a:lstStyle/>
        <a:p>
          <a:endParaRPr lang="en-US"/>
        </a:p>
      </dgm:t>
    </dgm:pt>
    <dgm:pt modelId="{11350FB6-CA59-4588-9231-D2694AD81EE2}" type="pres">
      <dgm:prSet presAssocID="{30E41EE6-64E5-4E40-82D0-681AAC06EF09}" presName="diagram" presStyleCnt="0">
        <dgm:presLayoutVars>
          <dgm:dir/>
          <dgm:resizeHandles val="exact"/>
        </dgm:presLayoutVars>
      </dgm:prSet>
      <dgm:spPr/>
    </dgm:pt>
    <dgm:pt modelId="{484483CA-8064-4839-B091-46923FCC2AFE}" type="pres">
      <dgm:prSet presAssocID="{8DADE308-C9D0-4778-9EC7-D46DD0E1CAAA}" presName="node" presStyleLbl="node1" presStyleIdx="0" presStyleCnt="4">
        <dgm:presLayoutVars>
          <dgm:bulletEnabled val="1"/>
        </dgm:presLayoutVars>
      </dgm:prSet>
      <dgm:spPr/>
    </dgm:pt>
    <dgm:pt modelId="{86B4C8C9-761C-499E-A80E-102B67B63553}" type="pres">
      <dgm:prSet presAssocID="{0EE4998A-610B-4EEB-A46D-49DBC47F047E}" presName="sibTrans" presStyleLbl="sibTrans2D1" presStyleIdx="0" presStyleCnt="3"/>
      <dgm:spPr/>
    </dgm:pt>
    <dgm:pt modelId="{44C8EDFB-3F64-4888-817D-271E9444CEBA}" type="pres">
      <dgm:prSet presAssocID="{0EE4998A-610B-4EEB-A46D-49DBC47F047E}" presName="connectorText" presStyleLbl="sibTrans2D1" presStyleIdx="0" presStyleCnt="3"/>
      <dgm:spPr/>
    </dgm:pt>
    <dgm:pt modelId="{23DCA521-8F27-43AD-97B8-D00B85089A1B}" type="pres">
      <dgm:prSet presAssocID="{BFD2B202-9413-458C-914A-FD80EA09DF27}" presName="node" presStyleLbl="node1" presStyleIdx="1" presStyleCnt="4">
        <dgm:presLayoutVars>
          <dgm:bulletEnabled val="1"/>
        </dgm:presLayoutVars>
      </dgm:prSet>
      <dgm:spPr/>
    </dgm:pt>
    <dgm:pt modelId="{3F4402EF-F8C6-4A62-867A-7DB4CD3AC185}" type="pres">
      <dgm:prSet presAssocID="{1FD84D4A-5ADA-4A92-9652-C7ED68860F9A}" presName="sibTrans" presStyleLbl="sibTrans2D1" presStyleIdx="1" presStyleCnt="3"/>
      <dgm:spPr/>
    </dgm:pt>
    <dgm:pt modelId="{EE38A2DB-8F64-455D-961C-878EB6381B85}" type="pres">
      <dgm:prSet presAssocID="{1FD84D4A-5ADA-4A92-9652-C7ED68860F9A}" presName="connectorText" presStyleLbl="sibTrans2D1" presStyleIdx="1" presStyleCnt="3"/>
      <dgm:spPr/>
    </dgm:pt>
    <dgm:pt modelId="{1389327E-CED0-4114-BAC7-D6271590267C}" type="pres">
      <dgm:prSet presAssocID="{68F3E23B-F73C-471F-8DFE-9D0F5BA2F26F}" presName="node" presStyleLbl="node1" presStyleIdx="2" presStyleCnt="4">
        <dgm:presLayoutVars>
          <dgm:bulletEnabled val="1"/>
        </dgm:presLayoutVars>
      </dgm:prSet>
      <dgm:spPr/>
    </dgm:pt>
    <dgm:pt modelId="{6A42CDB8-5A12-472A-BDE0-640154731FB5}" type="pres">
      <dgm:prSet presAssocID="{4BDD7558-F033-4932-B0CE-D9BCC74045E2}" presName="sibTrans" presStyleLbl="sibTrans2D1" presStyleIdx="2" presStyleCnt="3"/>
      <dgm:spPr/>
    </dgm:pt>
    <dgm:pt modelId="{C58D2378-2628-46CF-BAB6-1C4C259C32D0}" type="pres">
      <dgm:prSet presAssocID="{4BDD7558-F033-4932-B0CE-D9BCC74045E2}" presName="connectorText" presStyleLbl="sibTrans2D1" presStyleIdx="2" presStyleCnt="3"/>
      <dgm:spPr/>
    </dgm:pt>
    <dgm:pt modelId="{E1B5910F-AA79-41E1-B380-835211D45C81}" type="pres">
      <dgm:prSet presAssocID="{9E0216B3-5F97-4856-BE83-2D19EDA1C73F}" presName="node" presStyleLbl="node1" presStyleIdx="3" presStyleCnt="4">
        <dgm:presLayoutVars>
          <dgm:bulletEnabled val="1"/>
        </dgm:presLayoutVars>
      </dgm:prSet>
      <dgm:spPr/>
    </dgm:pt>
  </dgm:ptLst>
  <dgm:cxnLst>
    <dgm:cxn modelId="{37E63F32-14FF-4B8A-8178-39C3B8890507}" srcId="{30E41EE6-64E5-4E40-82D0-681AAC06EF09}" destId="{8DADE308-C9D0-4778-9EC7-D46DD0E1CAAA}" srcOrd="0" destOrd="0" parTransId="{9D30478F-A936-49AE-8719-9B8517219AD9}" sibTransId="{0EE4998A-610B-4EEB-A46D-49DBC47F047E}"/>
    <dgm:cxn modelId="{ABE1653A-7238-4F69-A095-2822FA96E3F4}" type="presOf" srcId="{0EE4998A-610B-4EEB-A46D-49DBC47F047E}" destId="{86B4C8C9-761C-499E-A80E-102B67B63553}" srcOrd="0" destOrd="0" presId="urn:microsoft.com/office/officeart/2005/8/layout/process5"/>
    <dgm:cxn modelId="{01BE403F-B3D8-449C-95BD-A223ED2F4D3A}" type="presOf" srcId="{8DADE308-C9D0-4778-9EC7-D46DD0E1CAAA}" destId="{484483CA-8064-4839-B091-46923FCC2AFE}" srcOrd="0" destOrd="0" presId="urn:microsoft.com/office/officeart/2005/8/layout/process5"/>
    <dgm:cxn modelId="{CD4F3D63-3BB2-4CB7-82B3-F359CFA9B42B}" type="presOf" srcId="{BFD2B202-9413-458C-914A-FD80EA09DF27}" destId="{23DCA521-8F27-43AD-97B8-D00B85089A1B}" srcOrd="0" destOrd="0" presId="urn:microsoft.com/office/officeart/2005/8/layout/process5"/>
    <dgm:cxn modelId="{E2152151-F3CE-442B-BC44-F158F4218BA5}" type="presOf" srcId="{4BDD7558-F033-4932-B0CE-D9BCC74045E2}" destId="{C58D2378-2628-46CF-BAB6-1C4C259C32D0}" srcOrd="1" destOrd="0" presId="urn:microsoft.com/office/officeart/2005/8/layout/process5"/>
    <dgm:cxn modelId="{D249A271-EDFB-4A18-929D-291352F5CC56}" type="presOf" srcId="{9E0216B3-5F97-4856-BE83-2D19EDA1C73F}" destId="{E1B5910F-AA79-41E1-B380-835211D45C81}" srcOrd="0" destOrd="0" presId="urn:microsoft.com/office/officeart/2005/8/layout/process5"/>
    <dgm:cxn modelId="{EB27C57B-DD1A-4CAD-8DE6-1B862E194699}" type="presOf" srcId="{30E41EE6-64E5-4E40-82D0-681AAC06EF09}" destId="{11350FB6-CA59-4588-9231-D2694AD81EE2}" srcOrd="0" destOrd="0" presId="urn:microsoft.com/office/officeart/2005/8/layout/process5"/>
    <dgm:cxn modelId="{A2390189-F75F-4131-ABB2-6FEC16E768C3}" type="presOf" srcId="{1FD84D4A-5ADA-4A92-9652-C7ED68860F9A}" destId="{3F4402EF-F8C6-4A62-867A-7DB4CD3AC185}" srcOrd="0" destOrd="0" presId="urn:microsoft.com/office/officeart/2005/8/layout/process5"/>
    <dgm:cxn modelId="{D98E10B8-1A2A-455F-A678-D0B034986BDF}" srcId="{30E41EE6-64E5-4E40-82D0-681AAC06EF09}" destId="{9E0216B3-5F97-4856-BE83-2D19EDA1C73F}" srcOrd="3" destOrd="0" parTransId="{C61FE15E-3167-4285-88D0-F657C86A9B2F}" sibTransId="{20B83AA5-3C87-4E01-8D3A-585FBB5D94E2}"/>
    <dgm:cxn modelId="{02EBDFC1-5E77-405A-8615-B7B3D203BC5B}" type="presOf" srcId="{0EE4998A-610B-4EEB-A46D-49DBC47F047E}" destId="{44C8EDFB-3F64-4888-817D-271E9444CEBA}" srcOrd="1" destOrd="0" presId="urn:microsoft.com/office/officeart/2005/8/layout/process5"/>
    <dgm:cxn modelId="{51969BD1-4EE7-4EE2-A0F7-B7116BA03B87}" type="presOf" srcId="{1FD84D4A-5ADA-4A92-9652-C7ED68860F9A}" destId="{EE38A2DB-8F64-455D-961C-878EB6381B85}" srcOrd="1" destOrd="0" presId="urn:microsoft.com/office/officeart/2005/8/layout/process5"/>
    <dgm:cxn modelId="{226E87DD-E158-442E-A09F-75AD6C464A82}" srcId="{30E41EE6-64E5-4E40-82D0-681AAC06EF09}" destId="{68F3E23B-F73C-471F-8DFE-9D0F5BA2F26F}" srcOrd="2" destOrd="0" parTransId="{6EFBCB7E-5502-4170-B795-7F77AC651839}" sibTransId="{4BDD7558-F033-4932-B0CE-D9BCC74045E2}"/>
    <dgm:cxn modelId="{6839B1E4-81C5-45D9-BD9F-BB002AF78F7C}" type="presOf" srcId="{68F3E23B-F73C-471F-8DFE-9D0F5BA2F26F}" destId="{1389327E-CED0-4114-BAC7-D6271590267C}" srcOrd="0" destOrd="0" presId="urn:microsoft.com/office/officeart/2005/8/layout/process5"/>
    <dgm:cxn modelId="{FF1040F6-E8AE-4C82-9AE0-F9208600DEE8}" srcId="{30E41EE6-64E5-4E40-82D0-681AAC06EF09}" destId="{BFD2B202-9413-458C-914A-FD80EA09DF27}" srcOrd="1" destOrd="0" parTransId="{9859494C-6BB0-4463-9E2F-67348CB8B66E}" sibTransId="{1FD84D4A-5ADA-4A92-9652-C7ED68860F9A}"/>
    <dgm:cxn modelId="{BD1989F8-CDD5-4C98-96DD-1AD3F099C12B}" type="presOf" srcId="{4BDD7558-F033-4932-B0CE-D9BCC74045E2}" destId="{6A42CDB8-5A12-472A-BDE0-640154731FB5}" srcOrd="0" destOrd="0" presId="urn:microsoft.com/office/officeart/2005/8/layout/process5"/>
    <dgm:cxn modelId="{D500F14F-E2C8-4B44-8B37-F08BB8CC6A1A}" type="presParOf" srcId="{11350FB6-CA59-4588-9231-D2694AD81EE2}" destId="{484483CA-8064-4839-B091-46923FCC2AFE}" srcOrd="0" destOrd="0" presId="urn:microsoft.com/office/officeart/2005/8/layout/process5"/>
    <dgm:cxn modelId="{2A68207F-DBAD-419E-828B-AFFA4E4F0DE8}" type="presParOf" srcId="{11350FB6-CA59-4588-9231-D2694AD81EE2}" destId="{86B4C8C9-761C-499E-A80E-102B67B63553}" srcOrd="1" destOrd="0" presId="urn:microsoft.com/office/officeart/2005/8/layout/process5"/>
    <dgm:cxn modelId="{0531390E-4D17-400C-922A-BFCA445FCFA1}" type="presParOf" srcId="{86B4C8C9-761C-499E-A80E-102B67B63553}" destId="{44C8EDFB-3F64-4888-817D-271E9444CEBA}" srcOrd="0" destOrd="0" presId="urn:microsoft.com/office/officeart/2005/8/layout/process5"/>
    <dgm:cxn modelId="{4FEA047A-D07A-4CB5-8A76-A2B2A9CF0CF6}" type="presParOf" srcId="{11350FB6-CA59-4588-9231-D2694AD81EE2}" destId="{23DCA521-8F27-43AD-97B8-D00B85089A1B}" srcOrd="2" destOrd="0" presId="urn:microsoft.com/office/officeart/2005/8/layout/process5"/>
    <dgm:cxn modelId="{CAC47696-0E3C-4E5C-833F-287A6B6E3071}" type="presParOf" srcId="{11350FB6-CA59-4588-9231-D2694AD81EE2}" destId="{3F4402EF-F8C6-4A62-867A-7DB4CD3AC185}" srcOrd="3" destOrd="0" presId="urn:microsoft.com/office/officeart/2005/8/layout/process5"/>
    <dgm:cxn modelId="{AB501B90-E483-4A5F-BDD8-AA829E92A01C}" type="presParOf" srcId="{3F4402EF-F8C6-4A62-867A-7DB4CD3AC185}" destId="{EE38A2DB-8F64-455D-961C-878EB6381B85}" srcOrd="0" destOrd="0" presId="urn:microsoft.com/office/officeart/2005/8/layout/process5"/>
    <dgm:cxn modelId="{35DFE17F-B2F1-4C26-B823-4493282C42D4}" type="presParOf" srcId="{11350FB6-CA59-4588-9231-D2694AD81EE2}" destId="{1389327E-CED0-4114-BAC7-D6271590267C}" srcOrd="4" destOrd="0" presId="urn:microsoft.com/office/officeart/2005/8/layout/process5"/>
    <dgm:cxn modelId="{0291401B-BA0F-4362-933A-872C84365266}" type="presParOf" srcId="{11350FB6-CA59-4588-9231-D2694AD81EE2}" destId="{6A42CDB8-5A12-472A-BDE0-640154731FB5}" srcOrd="5" destOrd="0" presId="urn:microsoft.com/office/officeart/2005/8/layout/process5"/>
    <dgm:cxn modelId="{390DC412-0D92-4F42-855B-907E1CABD4C6}" type="presParOf" srcId="{6A42CDB8-5A12-472A-BDE0-640154731FB5}" destId="{C58D2378-2628-46CF-BAB6-1C4C259C32D0}" srcOrd="0" destOrd="0" presId="urn:microsoft.com/office/officeart/2005/8/layout/process5"/>
    <dgm:cxn modelId="{46FF2F44-5033-42A8-B64F-D4D400692828}" type="presParOf" srcId="{11350FB6-CA59-4588-9231-D2694AD81EE2}" destId="{E1B5910F-AA79-41E1-B380-835211D45C81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DE883EF-D0C5-42E1-B355-D0F96C60CB0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63ABC48-BD3C-4344-8804-B7116CD095AD}">
      <dgm:prSet/>
      <dgm:spPr/>
      <dgm:t>
        <a:bodyPr/>
        <a:lstStyle/>
        <a:p>
          <a:r>
            <a:rPr lang="de-DE"/>
            <a:t>KI‑Gegner (z. B. Minimax‑Algorithmus)</a:t>
          </a:r>
          <a:endParaRPr lang="en-US"/>
        </a:p>
      </dgm:t>
    </dgm:pt>
    <dgm:pt modelId="{09169F53-595E-4459-9E87-D010E1EC3127}" type="parTrans" cxnId="{110252B4-60F5-4577-92A4-02C49F904890}">
      <dgm:prSet/>
      <dgm:spPr/>
      <dgm:t>
        <a:bodyPr/>
        <a:lstStyle/>
        <a:p>
          <a:endParaRPr lang="en-US"/>
        </a:p>
      </dgm:t>
    </dgm:pt>
    <dgm:pt modelId="{87BB231F-E653-4AE4-A3B8-8426946DACF6}" type="sibTrans" cxnId="{110252B4-60F5-4577-92A4-02C49F904890}">
      <dgm:prSet/>
      <dgm:spPr/>
      <dgm:t>
        <a:bodyPr/>
        <a:lstStyle/>
        <a:p>
          <a:endParaRPr lang="en-US"/>
        </a:p>
      </dgm:t>
    </dgm:pt>
    <dgm:pt modelId="{68113CAF-B3E4-496D-ACA5-9652BC4DC020}">
      <dgm:prSet/>
      <dgm:spPr/>
      <dgm:t>
        <a:bodyPr/>
        <a:lstStyle/>
        <a:p>
          <a:r>
            <a:rPr lang="de-DE"/>
            <a:t>Spielstatistiken (Siege / Niederlagen)</a:t>
          </a:r>
          <a:endParaRPr lang="en-US"/>
        </a:p>
      </dgm:t>
    </dgm:pt>
    <dgm:pt modelId="{A0E9290D-A2E3-46D0-A1F2-F1D9D44E8F60}" type="parTrans" cxnId="{6DAB3298-4CF9-4BF7-839A-CC8345397E5C}">
      <dgm:prSet/>
      <dgm:spPr/>
      <dgm:t>
        <a:bodyPr/>
        <a:lstStyle/>
        <a:p>
          <a:endParaRPr lang="en-US"/>
        </a:p>
      </dgm:t>
    </dgm:pt>
    <dgm:pt modelId="{D2971BFA-F377-4263-90B4-5C3E7E09E15D}" type="sibTrans" cxnId="{6DAB3298-4CF9-4BF7-839A-CC8345397E5C}">
      <dgm:prSet/>
      <dgm:spPr/>
      <dgm:t>
        <a:bodyPr/>
        <a:lstStyle/>
        <a:p>
          <a:endParaRPr lang="en-US"/>
        </a:p>
      </dgm:t>
    </dgm:pt>
    <dgm:pt modelId="{315278E3-09E4-42AB-9032-6C93BF856A48}">
      <dgm:prSet/>
      <dgm:spPr/>
      <dgm:t>
        <a:bodyPr/>
        <a:lstStyle/>
        <a:p>
          <a:r>
            <a:rPr lang="de-DE"/>
            <a:t>Größeres Spielfeld (z. B. 4×4)</a:t>
          </a:r>
          <a:endParaRPr lang="en-US"/>
        </a:p>
      </dgm:t>
    </dgm:pt>
    <dgm:pt modelId="{65EC9436-5DE3-483A-AD12-709DD7A0D4E1}" type="parTrans" cxnId="{662BA535-5077-48CF-B3B4-95E67FD8964B}">
      <dgm:prSet/>
      <dgm:spPr/>
      <dgm:t>
        <a:bodyPr/>
        <a:lstStyle/>
        <a:p>
          <a:endParaRPr lang="en-US"/>
        </a:p>
      </dgm:t>
    </dgm:pt>
    <dgm:pt modelId="{32BFD275-9EF8-4C1F-8D8B-ABBC6E77E7C3}" type="sibTrans" cxnId="{662BA535-5077-48CF-B3B4-95E67FD8964B}">
      <dgm:prSet/>
      <dgm:spPr/>
      <dgm:t>
        <a:bodyPr/>
        <a:lstStyle/>
        <a:p>
          <a:endParaRPr lang="en-US"/>
        </a:p>
      </dgm:t>
    </dgm:pt>
    <dgm:pt modelId="{9266BA27-6BA6-473C-BE88-11F64755FB49}">
      <dgm:prSet/>
      <dgm:spPr/>
      <dgm:t>
        <a:bodyPr/>
        <a:lstStyle/>
        <a:p>
          <a:r>
            <a:rPr lang="de-DE"/>
            <a:t>Sound‑ oder Animationseffekte</a:t>
          </a:r>
          <a:endParaRPr lang="en-US"/>
        </a:p>
      </dgm:t>
    </dgm:pt>
    <dgm:pt modelId="{218F5993-D551-4450-976A-F2FA87F3F3F7}" type="parTrans" cxnId="{05547124-640D-4936-836B-E6526E1F31C1}">
      <dgm:prSet/>
      <dgm:spPr/>
      <dgm:t>
        <a:bodyPr/>
        <a:lstStyle/>
        <a:p>
          <a:endParaRPr lang="en-US"/>
        </a:p>
      </dgm:t>
    </dgm:pt>
    <dgm:pt modelId="{3E2B39D7-5BB7-4297-A82B-0EE4CC649D24}" type="sibTrans" cxnId="{05547124-640D-4936-836B-E6526E1F31C1}">
      <dgm:prSet/>
      <dgm:spPr/>
      <dgm:t>
        <a:bodyPr/>
        <a:lstStyle/>
        <a:p>
          <a:endParaRPr lang="en-US"/>
        </a:p>
      </dgm:t>
    </dgm:pt>
    <dgm:pt modelId="{0D73619E-23F2-40CC-BB9C-AD04F5246D1C}" type="pres">
      <dgm:prSet presAssocID="{3DE883EF-D0C5-42E1-B355-D0F96C60CB04}" presName="linear" presStyleCnt="0">
        <dgm:presLayoutVars>
          <dgm:animLvl val="lvl"/>
          <dgm:resizeHandles val="exact"/>
        </dgm:presLayoutVars>
      </dgm:prSet>
      <dgm:spPr/>
    </dgm:pt>
    <dgm:pt modelId="{1EA187CC-22ED-43A2-8F49-F9F9D3E3EC9C}" type="pres">
      <dgm:prSet presAssocID="{763ABC48-BD3C-4344-8804-B7116CD095A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3E1FD2A-F997-43F3-B9C7-5461B47590F1}" type="pres">
      <dgm:prSet presAssocID="{87BB231F-E653-4AE4-A3B8-8426946DACF6}" presName="spacer" presStyleCnt="0"/>
      <dgm:spPr/>
    </dgm:pt>
    <dgm:pt modelId="{25F49117-A917-4D79-9684-B7B202B06E52}" type="pres">
      <dgm:prSet presAssocID="{68113CAF-B3E4-496D-ACA5-9652BC4DC02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292CF78-72DC-4175-B5AD-48AD1295337E}" type="pres">
      <dgm:prSet presAssocID="{D2971BFA-F377-4263-90B4-5C3E7E09E15D}" presName="spacer" presStyleCnt="0"/>
      <dgm:spPr/>
    </dgm:pt>
    <dgm:pt modelId="{F3FD456B-C25A-4CE0-8BB6-383E0E2FF69B}" type="pres">
      <dgm:prSet presAssocID="{315278E3-09E4-42AB-9032-6C93BF856A4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7CB7206-8A41-497D-99B5-0BBD1D2682EF}" type="pres">
      <dgm:prSet presAssocID="{32BFD275-9EF8-4C1F-8D8B-ABBC6E77E7C3}" presName="spacer" presStyleCnt="0"/>
      <dgm:spPr/>
    </dgm:pt>
    <dgm:pt modelId="{6988876A-C903-49B6-AA29-F48E4FEBD9F7}" type="pres">
      <dgm:prSet presAssocID="{9266BA27-6BA6-473C-BE88-11F64755FB4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8137605-523B-4067-BC02-77F8CD594E15}" type="presOf" srcId="{68113CAF-B3E4-496D-ACA5-9652BC4DC020}" destId="{25F49117-A917-4D79-9684-B7B202B06E52}" srcOrd="0" destOrd="0" presId="urn:microsoft.com/office/officeart/2005/8/layout/vList2"/>
    <dgm:cxn modelId="{05547124-640D-4936-836B-E6526E1F31C1}" srcId="{3DE883EF-D0C5-42E1-B355-D0F96C60CB04}" destId="{9266BA27-6BA6-473C-BE88-11F64755FB49}" srcOrd="3" destOrd="0" parTransId="{218F5993-D551-4450-976A-F2FA87F3F3F7}" sibTransId="{3E2B39D7-5BB7-4297-A82B-0EE4CC649D24}"/>
    <dgm:cxn modelId="{662BA535-5077-48CF-B3B4-95E67FD8964B}" srcId="{3DE883EF-D0C5-42E1-B355-D0F96C60CB04}" destId="{315278E3-09E4-42AB-9032-6C93BF856A48}" srcOrd="2" destOrd="0" parTransId="{65EC9436-5DE3-483A-AD12-709DD7A0D4E1}" sibTransId="{32BFD275-9EF8-4C1F-8D8B-ABBC6E77E7C3}"/>
    <dgm:cxn modelId="{42A7DA42-37BB-4806-9BA4-3F3E4C186178}" type="presOf" srcId="{763ABC48-BD3C-4344-8804-B7116CD095AD}" destId="{1EA187CC-22ED-43A2-8F49-F9F9D3E3EC9C}" srcOrd="0" destOrd="0" presId="urn:microsoft.com/office/officeart/2005/8/layout/vList2"/>
    <dgm:cxn modelId="{B1FF3A44-C6EB-4EA4-A571-50E8959E5A74}" type="presOf" srcId="{9266BA27-6BA6-473C-BE88-11F64755FB49}" destId="{6988876A-C903-49B6-AA29-F48E4FEBD9F7}" srcOrd="0" destOrd="0" presId="urn:microsoft.com/office/officeart/2005/8/layout/vList2"/>
    <dgm:cxn modelId="{F7A7F897-FACF-4797-8897-15B8FF01AF02}" type="presOf" srcId="{3DE883EF-D0C5-42E1-B355-D0F96C60CB04}" destId="{0D73619E-23F2-40CC-BB9C-AD04F5246D1C}" srcOrd="0" destOrd="0" presId="urn:microsoft.com/office/officeart/2005/8/layout/vList2"/>
    <dgm:cxn modelId="{6DAB3298-4CF9-4BF7-839A-CC8345397E5C}" srcId="{3DE883EF-D0C5-42E1-B355-D0F96C60CB04}" destId="{68113CAF-B3E4-496D-ACA5-9652BC4DC020}" srcOrd="1" destOrd="0" parTransId="{A0E9290D-A2E3-46D0-A1F2-F1D9D44E8F60}" sibTransId="{D2971BFA-F377-4263-90B4-5C3E7E09E15D}"/>
    <dgm:cxn modelId="{48B846AE-887A-496C-90E5-1A6DE32D148B}" type="presOf" srcId="{315278E3-09E4-42AB-9032-6C93BF856A48}" destId="{F3FD456B-C25A-4CE0-8BB6-383E0E2FF69B}" srcOrd="0" destOrd="0" presId="urn:microsoft.com/office/officeart/2005/8/layout/vList2"/>
    <dgm:cxn modelId="{110252B4-60F5-4577-92A4-02C49F904890}" srcId="{3DE883EF-D0C5-42E1-B355-D0F96C60CB04}" destId="{763ABC48-BD3C-4344-8804-B7116CD095AD}" srcOrd="0" destOrd="0" parTransId="{09169F53-595E-4459-9E87-D010E1EC3127}" sibTransId="{87BB231F-E653-4AE4-A3B8-8426946DACF6}"/>
    <dgm:cxn modelId="{359C3F19-CE8A-463A-9581-417F0B82AFB4}" type="presParOf" srcId="{0D73619E-23F2-40CC-BB9C-AD04F5246D1C}" destId="{1EA187CC-22ED-43A2-8F49-F9F9D3E3EC9C}" srcOrd="0" destOrd="0" presId="urn:microsoft.com/office/officeart/2005/8/layout/vList2"/>
    <dgm:cxn modelId="{45DF3F6E-9281-4105-B08A-E9D881F44314}" type="presParOf" srcId="{0D73619E-23F2-40CC-BB9C-AD04F5246D1C}" destId="{B3E1FD2A-F997-43F3-B9C7-5461B47590F1}" srcOrd="1" destOrd="0" presId="urn:microsoft.com/office/officeart/2005/8/layout/vList2"/>
    <dgm:cxn modelId="{52A9ADC2-4D51-455F-8DD7-6C147F6F4F1E}" type="presParOf" srcId="{0D73619E-23F2-40CC-BB9C-AD04F5246D1C}" destId="{25F49117-A917-4D79-9684-B7B202B06E52}" srcOrd="2" destOrd="0" presId="urn:microsoft.com/office/officeart/2005/8/layout/vList2"/>
    <dgm:cxn modelId="{0D67A4B1-59B6-4521-AD9E-A67AE7A96CDE}" type="presParOf" srcId="{0D73619E-23F2-40CC-BB9C-AD04F5246D1C}" destId="{2292CF78-72DC-4175-B5AD-48AD1295337E}" srcOrd="3" destOrd="0" presId="urn:microsoft.com/office/officeart/2005/8/layout/vList2"/>
    <dgm:cxn modelId="{A3ACCBBF-5B3E-4659-ABBC-168C2AC25489}" type="presParOf" srcId="{0D73619E-23F2-40CC-BB9C-AD04F5246D1C}" destId="{F3FD456B-C25A-4CE0-8BB6-383E0E2FF69B}" srcOrd="4" destOrd="0" presId="urn:microsoft.com/office/officeart/2005/8/layout/vList2"/>
    <dgm:cxn modelId="{6D2BBAF6-6D62-405D-8DB7-1958D4A5AAEB}" type="presParOf" srcId="{0D73619E-23F2-40CC-BB9C-AD04F5246D1C}" destId="{A7CB7206-8A41-497D-99B5-0BBD1D2682EF}" srcOrd="5" destOrd="0" presId="urn:microsoft.com/office/officeart/2005/8/layout/vList2"/>
    <dgm:cxn modelId="{C04BD93E-8411-4BF7-A184-D4468C39ACDE}" type="presParOf" srcId="{0D73619E-23F2-40CC-BB9C-AD04F5246D1C}" destId="{6988876A-C903-49B6-AA29-F48E4FEBD9F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00F3002-44FD-4731-9903-B28CDC4B22B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5FDD328-2785-46E0-96CA-4E592BB69FBB}">
      <dgm:prSet/>
      <dgm:spPr/>
      <dgm:t>
        <a:bodyPr/>
        <a:lstStyle/>
        <a:p>
          <a:r>
            <a:rPr lang="de-DE"/>
            <a:t>Überschaubares, aber vollständiges Projekt</a:t>
          </a:r>
          <a:endParaRPr lang="en-US"/>
        </a:p>
      </dgm:t>
    </dgm:pt>
    <dgm:pt modelId="{DCD45DB2-A2B9-4D0F-89FF-D6B90D4301C7}" type="parTrans" cxnId="{055D2C46-DF84-4943-8D97-A389441A56A5}">
      <dgm:prSet/>
      <dgm:spPr/>
      <dgm:t>
        <a:bodyPr/>
        <a:lstStyle/>
        <a:p>
          <a:endParaRPr lang="en-US"/>
        </a:p>
      </dgm:t>
    </dgm:pt>
    <dgm:pt modelId="{2403E0BF-49F6-4281-81F3-714CB56D71EE}" type="sibTrans" cxnId="{055D2C46-DF84-4943-8D97-A389441A56A5}">
      <dgm:prSet/>
      <dgm:spPr/>
      <dgm:t>
        <a:bodyPr/>
        <a:lstStyle/>
        <a:p>
          <a:endParaRPr lang="en-US"/>
        </a:p>
      </dgm:t>
    </dgm:pt>
    <dgm:pt modelId="{94D968BD-5473-4FBB-A749-1928C74C7A93}">
      <dgm:prSet/>
      <dgm:spPr/>
      <dgm:t>
        <a:bodyPr/>
        <a:lstStyle/>
        <a:p>
          <a:r>
            <a:rPr lang="de-DE"/>
            <a:t>Gute Umsetzung der MVC‑Architektur</a:t>
          </a:r>
          <a:endParaRPr lang="en-US"/>
        </a:p>
      </dgm:t>
    </dgm:pt>
    <dgm:pt modelId="{49623027-E6B5-4F75-8AA5-8A0C833D9606}" type="parTrans" cxnId="{9723002D-ED69-481E-BCCF-3C2733EDA0C9}">
      <dgm:prSet/>
      <dgm:spPr/>
      <dgm:t>
        <a:bodyPr/>
        <a:lstStyle/>
        <a:p>
          <a:endParaRPr lang="en-US"/>
        </a:p>
      </dgm:t>
    </dgm:pt>
    <dgm:pt modelId="{FED78C7C-8607-4B55-8795-B8A640A6C6C6}" type="sibTrans" cxnId="{9723002D-ED69-481E-BCCF-3C2733EDA0C9}">
      <dgm:prSet/>
      <dgm:spPr/>
      <dgm:t>
        <a:bodyPr/>
        <a:lstStyle/>
        <a:p>
          <a:endParaRPr lang="en-US"/>
        </a:p>
      </dgm:t>
    </dgm:pt>
    <dgm:pt modelId="{7619D74A-04C8-44BB-9447-21DD439DCEF4}">
      <dgm:prSet/>
      <dgm:spPr/>
      <dgm:t>
        <a:bodyPr/>
        <a:lstStyle/>
        <a:p>
          <a:r>
            <a:rPr lang="de-DE"/>
            <a:t>Sauberer, verständlicher Code</a:t>
          </a:r>
          <a:endParaRPr lang="en-US"/>
        </a:p>
      </dgm:t>
    </dgm:pt>
    <dgm:pt modelId="{8EF4FD57-1D31-47AB-A963-3EB9FE4CCFC6}" type="parTrans" cxnId="{82B009CB-6015-4A56-B1AC-FE404C15DB6E}">
      <dgm:prSet/>
      <dgm:spPr/>
      <dgm:t>
        <a:bodyPr/>
        <a:lstStyle/>
        <a:p>
          <a:endParaRPr lang="en-US"/>
        </a:p>
      </dgm:t>
    </dgm:pt>
    <dgm:pt modelId="{6B54C200-FADB-4652-A188-CEEF1458B631}" type="sibTrans" cxnId="{82B009CB-6015-4A56-B1AC-FE404C15DB6E}">
      <dgm:prSet/>
      <dgm:spPr/>
      <dgm:t>
        <a:bodyPr/>
        <a:lstStyle/>
        <a:p>
          <a:endParaRPr lang="en-US"/>
        </a:p>
      </dgm:t>
    </dgm:pt>
    <dgm:pt modelId="{618D7F55-E153-4A2D-9343-B796AF0CFF70}">
      <dgm:prSet/>
      <dgm:spPr/>
      <dgm:t>
        <a:bodyPr/>
        <a:lstStyle/>
        <a:p>
          <a:r>
            <a:rPr lang="de-DE"/>
            <a:t>Ideale Basis für spätere Erweiterungen</a:t>
          </a:r>
          <a:endParaRPr lang="en-US"/>
        </a:p>
      </dgm:t>
    </dgm:pt>
    <dgm:pt modelId="{561E9D67-69F7-486B-A6BD-AFCFADFBE22F}" type="parTrans" cxnId="{53684544-ECB5-485A-9E54-B6D02DAAE2FE}">
      <dgm:prSet/>
      <dgm:spPr/>
      <dgm:t>
        <a:bodyPr/>
        <a:lstStyle/>
        <a:p>
          <a:endParaRPr lang="en-US"/>
        </a:p>
      </dgm:t>
    </dgm:pt>
    <dgm:pt modelId="{380300A0-763E-4823-9262-E80D840D4929}" type="sibTrans" cxnId="{53684544-ECB5-485A-9E54-B6D02DAAE2FE}">
      <dgm:prSet/>
      <dgm:spPr/>
      <dgm:t>
        <a:bodyPr/>
        <a:lstStyle/>
        <a:p>
          <a:endParaRPr lang="en-US"/>
        </a:p>
      </dgm:t>
    </dgm:pt>
    <dgm:pt modelId="{3DC6E27C-C9B1-4C25-81AC-B7D054DB4154}" type="pres">
      <dgm:prSet presAssocID="{800F3002-44FD-4731-9903-B28CDC4B22B3}" presName="root" presStyleCnt="0">
        <dgm:presLayoutVars>
          <dgm:dir/>
          <dgm:resizeHandles val="exact"/>
        </dgm:presLayoutVars>
      </dgm:prSet>
      <dgm:spPr/>
    </dgm:pt>
    <dgm:pt modelId="{CE270448-F776-452A-80E4-D3EF7834C9D7}" type="pres">
      <dgm:prSet presAssocID="{65FDD328-2785-46E0-96CA-4E592BB69FBB}" presName="compNode" presStyleCnt="0"/>
      <dgm:spPr/>
    </dgm:pt>
    <dgm:pt modelId="{9C92A78A-248F-4510-A747-0396FA3CBE52}" type="pres">
      <dgm:prSet presAssocID="{65FDD328-2785-46E0-96CA-4E592BB69FBB}" presName="bgRect" presStyleLbl="bgShp" presStyleIdx="0" presStyleCnt="4"/>
      <dgm:spPr/>
    </dgm:pt>
    <dgm:pt modelId="{77A12761-1263-436B-9C61-F655E5611427}" type="pres">
      <dgm:prSet presAssocID="{65FDD328-2785-46E0-96CA-4E592BB69FB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7E2882C5-9A16-47FA-AA26-BEE5E71A1436}" type="pres">
      <dgm:prSet presAssocID="{65FDD328-2785-46E0-96CA-4E592BB69FBB}" presName="spaceRect" presStyleCnt="0"/>
      <dgm:spPr/>
    </dgm:pt>
    <dgm:pt modelId="{4139CC95-3867-493A-948F-A1846F286274}" type="pres">
      <dgm:prSet presAssocID="{65FDD328-2785-46E0-96CA-4E592BB69FBB}" presName="parTx" presStyleLbl="revTx" presStyleIdx="0" presStyleCnt="4">
        <dgm:presLayoutVars>
          <dgm:chMax val="0"/>
          <dgm:chPref val="0"/>
        </dgm:presLayoutVars>
      </dgm:prSet>
      <dgm:spPr/>
    </dgm:pt>
    <dgm:pt modelId="{61E34F0E-FB8E-425B-99A6-6A131AC9E55B}" type="pres">
      <dgm:prSet presAssocID="{2403E0BF-49F6-4281-81F3-714CB56D71EE}" presName="sibTrans" presStyleCnt="0"/>
      <dgm:spPr/>
    </dgm:pt>
    <dgm:pt modelId="{12D22E7D-D39D-4F02-B0D5-D1537DACA0AE}" type="pres">
      <dgm:prSet presAssocID="{94D968BD-5473-4FBB-A749-1928C74C7A93}" presName="compNode" presStyleCnt="0"/>
      <dgm:spPr/>
    </dgm:pt>
    <dgm:pt modelId="{B2954388-7B90-4408-93E1-9BD711129EA5}" type="pres">
      <dgm:prSet presAssocID="{94D968BD-5473-4FBB-A749-1928C74C7A93}" presName="bgRect" presStyleLbl="bgShp" presStyleIdx="1" presStyleCnt="4"/>
      <dgm:spPr/>
    </dgm:pt>
    <dgm:pt modelId="{C9DC4ADE-5C4A-4BBD-BBAC-3B7DBF04C7DC}" type="pres">
      <dgm:prSet presAssocID="{94D968BD-5473-4FBB-A749-1928C74C7A9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hnräder"/>
        </a:ext>
      </dgm:extLst>
    </dgm:pt>
    <dgm:pt modelId="{0FE40A6E-B49B-4D42-BD8E-88AE3AA8C01D}" type="pres">
      <dgm:prSet presAssocID="{94D968BD-5473-4FBB-A749-1928C74C7A93}" presName="spaceRect" presStyleCnt="0"/>
      <dgm:spPr/>
    </dgm:pt>
    <dgm:pt modelId="{1ED32960-DEFA-48B7-8163-1C4D873CAFA9}" type="pres">
      <dgm:prSet presAssocID="{94D968BD-5473-4FBB-A749-1928C74C7A93}" presName="parTx" presStyleLbl="revTx" presStyleIdx="1" presStyleCnt="4">
        <dgm:presLayoutVars>
          <dgm:chMax val="0"/>
          <dgm:chPref val="0"/>
        </dgm:presLayoutVars>
      </dgm:prSet>
      <dgm:spPr/>
    </dgm:pt>
    <dgm:pt modelId="{0713A46E-4B84-4534-ACA2-47154547D150}" type="pres">
      <dgm:prSet presAssocID="{FED78C7C-8607-4B55-8795-B8A640A6C6C6}" presName="sibTrans" presStyleCnt="0"/>
      <dgm:spPr/>
    </dgm:pt>
    <dgm:pt modelId="{395D39FE-34BD-477D-A8FE-8B5A0930AA80}" type="pres">
      <dgm:prSet presAssocID="{7619D74A-04C8-44BB-9447-21DD439DCEF4}" presName="compNode" presStyleCnt="0"/>
      <dgm:spPr/>
    </dgm:pt>
    <dgm:pt modelId="{4E9D48B2-7990-4254-95C2-013608AFEB11}" type="pres">
      <dgm:prSet presAssocID="{7619D74A-04C8-44BB-9447-21DD439DCEF4}" presName="bgRect" presStyleLbl="bgShp" presStyleIdx="2" presStyleCnt="4"/>
      <dgm:spPr/>
    </dgm:pt>
    <dgm:pt modelId="{111026D4-34F2-4B57-8899-46F84F28E940}" type="pres">
      <dgm:prSet presAssocID="{7619D74A-04C8-44BB-9447-21DD439DCEF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6533FD13-1E68-44DF-A07C-1E8E4D3AE46D}" type="pres">
      <dgm:prSet presAssocID="{7619D74A-04C8-44BB-9447-21DD439DCEF4}" presName="spaceRect" presStyleCnt="0"/>
      <dgm:spPr/>
    </dgm:pt>
    <dgm:pt modelId="{4D80D3A8-2238-4F3F-9EB2-4D5752AB55BD}" type="pres">
      <dgm:prSet presAssocID="{7619D74A-04C8-44BB-9447-21DD439DCEF4}" presName="parTx" presStyleLbl="revTx" presStyleIdx="2" presStyleCnt="4">
        <dgm:presLayoutVars>
          <dgm:chMax val="0"/>
          <dgm:chPref val="0"/>
        </dgm:presLayoutVars>
      </dgm:prSet>
      <dgm:spPr/>
    </dgm:pt>
    <dgm:pt modelId="{6C1CE474-E16A-4830-9A7E-1ACA7E786821}" type="pres">
      <dgm:prSet presAssocID="{6B54C200-FADB-4652-A188-CEEF1458B631}" presName="sibTrans" presStyleCnt="0"/>
      <dgm:spPr/>
    </dgm:pt>
    <dgm:pt modelId="{5A131091-C280-44F1-815C-AF17B84600E9}" type="pres">
      <dgm:prSet presAssocID="{618D7F55-E153-4A2D-9343-B796AF0CFF70}" presName="compNode" presStyleCnt="0"/>
      <dgm:spPr/>
    </dgm:pt>
    <dgm:pt modelId="{6A5260CA-FF5C-4CB0-8214-E3E8EF331AE2}" type="pres">
      <dgm:prSet presAssocID="{618D7F55-E153-4A2D-9343-B796AF0CFF70}" presName="bgRect" presStyleLbl="bgShp" presStyleIdx="3" presStyleCnt="4"/>
      <dgm:spPr/>
    </dgm:pt>
    <dgm:pt modelId="{E4E2B336-2B61-4256-BC9F-EE701863C548}" type="pres">
      <dgm:prSet presAssocID="{618D7F55-E153-4A2D-9343-B796AF0CFF7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D3AB24C-3145-40DC-B9D8-BBFC4F80B302}" type="pres">
      <dgm:prSet presAssocID="{618D7F55-E153-4A2D-9343-B796AF0CFF70}" presName="spaceRect" presStyleCnt="0"/>
      <dgm:spPr/>
    </dgm:pt>
    <dgm:pt modelId="{BFBA837A-ABD2-498B-BFB0-BA0868AF3599}" type="pres">
      <dgm:prSet presAssocID="{618D7F55-E153-4A2D-9343-B796AF0CFF7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06F521D-F7C3-49BC-B6B2-483EABC7D4B8}" type="presOf" srcId="{65FDD328-2785-46E0-96CA-4E592BB69FBB}" destId="{4139CC95-3867-493A-948F-A1846F286274}" srcOrd="0" destOrd="0" presId="urn:microsoft.com/office/officeart/2018/2/layout/IconVerticalSolidList"/>
    <dgm:cxn modelId="{A445E62C-1AC6-4FDC-BF81-E9607584745A}" type="presOf" srcId="{800F3002-44FD-4731-9903-B28CDC4B22B3}" destId="{3DC6E27C-C9B1-4C25-81AC-B7D054DB4154}" srcOrd="0" destOrd="0" presId="urn:microsoft.com/office/officeart/2018/2/layout/IconVerticalSolidList"/>
    <dgm:cxn modelId="{9723002D-ED69-481E-BCCF-3C2733EDA0C9}" srcId="{800F3002-44FD-4731-9903-B28CDC4B22B3}" destId="{94D968BD-5473-4FBB-A749-1928C74C7A93}" srcOrd="1" destOrd="0" parTransId="{49623027-E6B5-4F75-8AA5-8A0C833D9606}" sibTransId="{FED78C7C-8607-4B55-8795-B8A640A6C6C6}"/>
    <dgm:cxn modelId="{9FD8D263-F3C6-4074-9BDA-127DAD3A91C4}" type="presOf" srcId="{7619D74A-04C8-44BB-9447-21DD439DCEF4}" destId="{4D80D3A8-2238-4F3F-9EB2-4D5752AB55BD}" srcOrd="0" destOrd="0" presId="urn:microsoft.com/office/officeart/2018/2/layout/IconVerticalSolidList"/>
    <dgm:cxn modelId="{53684544-ECB5-485A-9E54-B6D02DAAE2FE}" srcId="{800F3002-44FD-4731-9903-B28CDC4B22B3}" destId="{618D7F55-E153-4A2D-9343-B796AF0CFF70}" srcOrd="3" destOrd="0" parTransId="{561E9D67-69F7-486B-A6BD-AFCFADFBE22F}" sibTransId="{380300A0-763E-4823-9262-E80D840D4929}"/>
    <dgm:cxn modelId="{055D2C46-DF84-4943-8D97-A389441A56A5}" srcId="{800F3002-44FD-4731-9903-B28CDC4B22B3}" destId="{65FDD328-2785-46E0-96CA-4E592BB69FBB}" srcOrd="0" destOrd="0" parTransId="{DCD45DB2-A2B9-4D0F-89FF-D6B90D4301C7}" sibTransId="{2403E0BF-49F6-4281-81F3-714CB56D71EE}"/>
    <dgm:cxn modelId="{BC4A8D78-5AE0-477C-B08C-784CF90057B7}" type="presOf" srcId="{94D968BD-5473-4FBB-A749-1928C74C7A93}" destId="{1ED32960-DEFA-48B7-8163-1C4D873CAFA9}" srcOrd="0" destOrd="0" presId="urn:microsoft.com/office/officeart/2018/2/layout/IconVerticalSolidList"/>
    <dgm:cxn modelId="{82B009CB-6015-4A56-B1AC-FE404C15DB6E}" srcId="{800F3002-44FD-4731-9903-B28CDC4B22B3}" destId="{7619D74A-04C8-44BB-9447-21DD439DCEF4}" srcOrd="2" destOrd="0" parTransId="{8EF4FD57-1D31-47AB-A963-3EB9FE4CCFC6}" sibTransId="{6B54C200-FADB-4652-A188-CEEF1458B631}"/>
    <dgm:cxn modelId="{7A8B42F3-7EDC-48E2-8C7F-F3DBBFDC5EE8}" type="presOf" srcId="{618D7F55-E153-4A2D-9343-B796AF0CFF70}" destId="{BFBA837A-ABD2-498B-BFB0-BA0868AF3599}" srcOrd="0" destOrd="0" presId="urn:microsoft.com/office/officeart/2018/2/layout/IconVerticalSolidList"/>
    <dgm:cxn modelId="{A926417F-8A7F-4237-B800-27B19E1C589B}" type="presParOf" srcId="{3DC6E27C-C9B1-4C25-81AC-B7D054DB4154}" destId="{CE270448-F776-452A-80E4-D3EF7834C9D7}" srcOrd="0" destOrd="0" presId="urn:microsoft.com/office/officeart/2018/2/layout/IconVerticalSolidList"/>
    <dgm:cxn modelId="{D0F20636-01AC-4115-8805-97EDDB16A1CB}" type="presParOf" srcId="{CE270448-F776-452A-80E4-D3EF7834C9D7}" destId="{9C92A78A-248F-4510-A747-0396FA3CBE52}" srcOrd="0" destOrd="0" presId="urn:microsoft.com/office/officeart/2018/2/layout/IconVerticalSolidList"/>
    <dgm:cxn modelId="{ACA9FE6F-D1FD-47E7-B302-C2C2907756FD}" type="presParOf" srcId="{CE270448-F776-452A-80E4-D3EF7834C9D7}" destId="{77A12761-1263-436B-9C61-F655E5611427}" srcOrd="1" destOrd="0" presId="urn:microsoft.com/office/officeart/2018/2/layout/IconVerticalSolidList"/>
    <dgm:cxn modelId="{B282AA98-BADA-46C5-85EA-BBD960EFAFAE}" type="presParOf" srcId="{CE270448-F776-452A-80E4-D3EF7834C9D7}" destId="{7E2882C5-9A16-47FA-AA26-BEE5E71A1436}" srcOrd="2" destOrd="0" presId="urn:microsoft.com/office/officeart/2018/2/layout/IconVerticalSolidList"/>
    <dgm:cxn modelId="{2C47D3C0-56CB-4043-9B52-2C2E910E902E}" type="presParOf" srcId="{CE270448-F776-452A-80E4-D3EF7834C9D7}" destId="{4139CC95-3867-493A-948F-A1846F286274}" srcOrd="3" destOrd="0" presId="urn:microsoft.com/office/officeart/2018/2/layout/IconVerticalSolidList"/>
    <dgm:cxn modelId="{9842709C-963C-4C67-A0F6-D22C9E4D789C}" type="presParOf" srcId="{3DC6E27C-C9B1-4C25-81AC-B7D054DB4154}" destId="{61E34F0E-FB8E-425B-99A6-6A131AC9E55B}" srcOrd="1" destOrd="0" presId="urn:microsoft.com/office/officeart/2018/2/layout/IconVerticalSolidList"/>
    <dgm:cxn modelId="{DC60DD6F-3350-40F3-A596-5064462805CF}" type="presParOf" srcId="{3DC6E27C-C9B1-4C25-81AC-B7D054DB4154}" destId="{12D22E7D-D39D-4F02-B0D5-D1537DACA0AE}" srcOrd="2" destOrd="0" presId="urn:microsoft.com/office/officeart/2018/2/layout/IconVerticalSolidList"/>
    <dgm:cxn modelId="{2C842449-72BD-42E9-8EE4-44E7EDD8008B}" type="presParOf" srcId="{12D22E7D-D39D-4F02-B0D5-D1537DACA0AE}" destId="{B2954388-7B90-4408-93E1-9BD711129EA5}" srcOrd="0" destOrd="0" presId="urn:microsoft.com/office/officeart/2018/2/layout/IconVerticalSolidList"/>
    <dgm:cxn modelId="{ADA8B285-431E-44B1-A563-86F6F5A026FD}" type="presParOf" srcId="{12D22E7D-D39D-4F02-B0D5-D1537DACA0AE}" destId="{C9DC4ADE-5C4A-4BBD-BBAC-3B7DBF04C7DC}" srcOrd="1" destOrd="0" presId="urn:microsoft.com/office/officeart/2018/2/layout/IconVerticalSolidList"/>
    <dgm:cxn modelId="{38331826-B0BB-4A4A-B8BC-FE9A10D2E988}" type="presParOf" srcId="{12D22E7D-D39D-4F02-B0D5-D1537DACA0AE}" destId="{0FE40A6E-B49B-4D42-BD8E-88AE3AA8C01D}" srcOrd="2" destOrd="0" presId="urn:microsoft.com/office/officeart/2018/2/layout/IconVerticalSolidList"/>
    <dgm:cxn modelId="{7BC97C19-7816-4542-9627-0FF259F04B2B}" type="presParOf" srcId="{12D22E7D-D39D-4F02-B0D5-D1537DACA0AE}" destId="{1ED32960-DEFA-48B7-8163-1C4D873CAFA9}" srcOrd="3" destOrd="0" presId="urn:microsoft.com/office/officeart/2018/2/layout/IconVerticalSolidList"/>
    <dgm:cxn modelId="{C578CB43-8A7A-4B3A-A4C8-3FF52F1301FF}" type="presParOf" srcId="{3DC6E27C-C9B1-4C25-81AC-B7D054DB4154}" destId="{0713A46E-4B84-4534-ACA2-47154547D150}" srcOrd="3" destOrd="0" presId="urn:microsoft.com/office/officeart/2018/2/layout/IconVerticalSolidList"/>
    <dgm:cxn modelId="{F55C92EE-C86C-4DEE-81AE-D7C02FB2DB04}" type="presParOf" srcId="{3DC6E27C-C9B1-4C25-81AC-B7D054DB4154}" destId="{395D39FE-34BD-477D-A8FE-8B5A0930AA80}" srcOrd="4" destOrd="0" presId="urn:microsoft.com/office/officeart/2018/2/layout/IconVerticalSolidList"/>
    <dgm:cxn modelId="{469BE3E8-4BB4-483F-9295-85837C7EFD6F}" type="presParOf" srcId="{395D39FE-34BD-477D-A8FE-8B5A0930AA80}" destId="{4E9D48B2-7990-4254-95C2-013608AFEB11}" srcOrd="0" destOrd="0" presId="urn:microsoft.com/office/officeart/2018/2/layout/IconVerticalSolidList"/>
    <dgm:cxn modelId="{01CFB1EC-4F41-4237-94A0-DF569ABEE3E6}" type="presParOf" srcId="{395D39FE-34BD-477D-A8FE-8B5A0930AA80}" destId="{111026D4-34F2-4B57-8899-46F84F28E940}" srcOrd="1" destOrd="0" presId="urn:microsoft.com/office/officeart/2018/2/layout/IconVerticalSolidList"/>
    <dgm:cxn modelId="{8C1CA9A7-D975-4B1F-BBF7-2FE08EC10BEA}" type="presParOf" srcId="{395D39FE-34BD-477D-A8FE-8B5A0930AA80}" destId="{6533FD13-1E68-44DF-A07C-1E8E4D3AE46D}" srcOrd="2" destOrd="0" presId="urn:microsoft.com/office/officeart/2018/2/layout/IconVerticalSolidList"/>
    <dgm:cxn modelId="{D0426D53-3911-400C-A31E-136B4D8037FE}" type="presParOf" srcId="{395D39FE-34BD-477D-A8FE-8B5A0930AA80}" destId="{4D80D3A8-2238-4F3F-9EB2-4D5752AB55BD}" srcOrd="3" destOrd="0" presId="urn:microsoft.com/office/officeart/2018/2/layout/IconVerticalSolidList"/>
    <dgm:cxn modelId="{A92BC75E-67C8-4D8B-B935-CA6402D0DBD1}" type="presParOf" srcId="{3DC6E27C-C9B1-4C25-81AC-B7D054DB4154}" destId="{6C1CE474-E16A-4830-9A7E-1ACA7E786821}" srcOrd="5" destOrd="0" presId="urn:microsoft.com/office/officeart/2018/2/layout/IconVerticalSolidList"/>
    <dgm:cxn modelId="{F106B36A-D700-4973-8A2E-A8452D5F4E6B}" type="presParOf" srcId="{3DC6E27C-C9B1-4C25-81AC-B7D054DB4154}" destId="{5A131091-C280-44F1-815C-AF17B84600E9}" srcOrd="6" destOrd="0" presId="urn:microsoft.com/office/officeart/2018/2/layout/IconVerticalSolidList"/>
    <dgm:cxn modelId="{A1180130-030E-4861-9D2C-66C3F519A873}" type="presParOf" srcId="{5A131091-C280-44F1-815C-AF17B84600E9}" destId="{6A5260CA-FF5C-4CB0-8214-E3E8EF331AE2}" srcOrd="0" destOrd="0" presId="urn:microsoft.com/office/officeart/2018/2/layout/IconVerticalSolidList"/>
    <dgm:cxn modelId="{D6A34964-130A-47A6-8EE5-3C641CE1980C}" type="presParOf" srcId="{5A131091-C280-44F1-815C-AF17B84600E9}" destId="{E4E2B336-2B61-4256-BC9F-EE701863C548}" srcOrd="1" destOrd="0" presId="urn:microsoft.com/office/officeart/2018/2/layout/IconVerticalSolidList"/>
    <dgm:cxn modelId="{79458CD1-856F-4724-B963-BFA29481616B}" type="presParOf" srcId="{5A131091-C280-44F1-815C-AF17B84600E9}" destId="{4D3AB24C-3145-40DC-B9D8-BBFC4F80B302}" srcOrd="2" destOrd="0" presId="urn:microsoft.com/office/officeart/2018/2/layout/IconVerticalSolidList"/>
    <dgm:cxn modelId="{354024DB-6478-4AE3-B972-A7862447D7E1}" type="presParOf" srcId="{5A131091-C280-44F1-815C-AF17B84600E9}" destId="{BFBA837A-ABD2-498B-BFB0-BA0868AF359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7E1528-4071-4B1B-85FA-2C2DE46F938E}">
      <dsp:nvSpPr>
        <dsp:cNvPr id="0" name=""/>
        <dsp:cNvSpPr/>
      </dsp:nvSpPr>
      <dsp:spPr>
        <a:xfrm>
          <a:off x="0" y="29508"/>
          <a:ext cx="10820398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/>
            <a:t>Klassisches Tic‑Tac‑Toe für zwei Spieler</a:t>
          </a:r>
          <a:endParaRPr lang="en-US" sz="3400" kern="1200"/>
        </a:p>
      </dsp:txBody>
      <dsp:txXfrm>
        <a:off x="39809" y="69317"/>
        <a:ext cx="10740780" cy="735872"/>
      </dsp:txXfrm>
    </dsp:sp>
    <dsp:sp modelId="{6B28C7BE-6661-404D-ADBF-4E75AA67CBBB}">
      <dsp:nvSpPr>
        <dsp:cNvPr id="0" name=""/>
        <dsp:cNvSpPr/>
      </dsp:nvSpPr>
      <dsp:spPr>
        <a:xfrm>
          <a:off x="0" y="942918"/>
          <a:ext cx="10820398" cy="81549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/>
            <a:t>Desktop‑Anwendung mit Java Swing</a:t>
          </a:r>
          <a:endParaRPr lang="en-US" sz="3400" kern="1200"/>
        </a:p>
      </dsp:txBody>
      <dsp:txXfrm>
        <a:off x="39809" y="982727"/>
        <a:ext cx="10740780" cy="735872"/>
      </dsp:txXfrm>
    </dsp:sp>
    <dsp:sp modelId="{0914CE08-2D62-4B35-A1B8-EA0B2B740ADB}">
      <dsp:nvSpPr>
        <dsp:cNvPr id="0" name=""/>
        <dsp:cNvSpPr/>
      </dsp:nvSpPr>
      <dsp:spPr>
        <a:xfrm>
          <a:off x="0" y="1856329"/>
          <a:ext cx="10820398" cy="81549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/>
            <a:t>Klare Trennung von Logik und Oberfläche</a:t>
          </a:r>
          <a:endParaRPr lang="en-US" sz="3400" kern="1200"/>
        </a:p>
      </dsp:txBody>
      <dsp:txXfrm>
        <a:off x="39809" y="1896138"/>
        <a:ext cx="10740780" cy="735872"/>
      </dsp:txXfrm>
    </dsp:sp>
    <dsp:sp modelId="{80A1F8F1-73B4-4334-857E-A7F5FDA21248}">
      <dsp:nvSpPr>
        <dsp:cNvPr id="0" name=""/>
        <dsp:cNvSpPr/>
      </dsp:nvSpPr>
      <dsp:spPr>
        <a:xfrm>
          <a:off x="0" y="2769739"/>
          <a:ext cx="10820398" cy="8154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/>
            <a:t>Keine externen Bibliotheken</a:t>
          </a:r>
          <a:endParaRPr lang="en-US" sz="3400" kern="1200"/>
        </a:p>
      </dsp:txBody>
      <dsp:txXfrm>
        <a:off x="39809" y="2809548"/>
        <a:ext cx="10740780" cy="7358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9920B2-5E76-4C79-AF06-98BC8FCB1FFC}">
      <dsp:nvSpPr>
        <dsp:cNvPr id="0" name=""/>
        <dsp:cNvSpPr/>
      </dsp:nvSpPr>
      <dsp:spPr>
        <a:xfrm>
          <a:off x="0" y="1500"/>
          <a:ext cx="10820398" cy="760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40C20D-F02A-4E4A-B16A-4F6E80602C5E}">
      <dsp:nvSpPr>
        <dsp:cNvPr id="0" name=""/>
        <dsp:cNvSpPr/>
      </dsp:nvSpPr>
      <dsp:spPr>
        <a:xfrm>
          <a:off x="230010" y="172582"/>
          <a:ext cx="418201" cy="4182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032B9-2F8A-410A-923A-19D9F25DC697}">
      <dsp:nvSpPr>
        <dsp:cNvPr id="0" name=""/>
        <dsp:cNvSpPr/>
      </dsp:nvSpPr>
      <dsp:spPr>
        <a:xfrm>
          <a:off x="878222" y="1500"/>
          <a:ext cx="9942176" cy="760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72" tIns="80472" rIns="80472" bIns="8047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Umsetzung eines bekannten Spiels in Java</a:t>
          </a:r>
          <a:endParaRPr lang="en-US" sz="2200" kern="1200"/>
        </a:p>
      </dsp:txBody>
      <dsp:txXfrm>
        <a:off x="878222" y="1500"/>
        <a:ext cx="9942176" cy="760365"/>
      </dsp:txXfrm>
    </dsp:sp>
    <dsp:sp modelId="{7843AEAA-D1FD-402E-8553-23737CBE516F}">
      <dsp:nvSpPr>
        <dsp:cNvPr id="0" name=""/>
        <dsp:cNvSpPr/>
      </dsp:nvSpPr>
      <dsp:spPr>
        <a:xfrm>
          <a:off x="0" y="951957"/>
          <a:ext cx="10820398" cy="760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ABC99D-28E1-4C3A-B319-50FC819B4D4E}">
      <dsp:nvSpPr>
        <dsp:cNvPr id="0" name=""/>
        <dsp:cNvSpPr/>
      </dsp:nvSpPr>
      <dsp:spPr>
        <a:xfrm>
          <a:off x="230010" y="1123039"/>
          <a:ext cx="418201" cy="4182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3928A-39EF-4DC9-8C47-4CF94A8F4056}">
      <dsp:nvSpPr>
        <dsp:cNvPr id="0" name=""/>
        <dsp:cNvSpPr/>
      </dsp:nvSpPr>
      <dsp:spPr>
        <a:xfrm>
          <a:off x="878222" y="951957"/>
          <a:ext cx="9942176" cy="760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72" tIns="80472" rIns="80472" bIns="8047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Fokus auf saubere Objektorientierung</a:t>
          </a:r>
          <a:endParaRPr lang="en-US" sz="2200" kern="1200"/>
        </a:p>
      </dsp:txBody>
      <dsp:txXfrm>
        <a:off x="878222" y="951957"/>
        <a:ext cx="9942176" cy="760365"/>
      </dsp:txXfrm>
    </dsp:sp>
    <dsp:sp modelId="{B28EB287-DA63-48B4-B285-58945F8AF96E}">
      <dsp:nvSpPr>
        <dsp:cNvPr id="0" name=""/>
        <dsp:cNvSpPr/>
      </dsp:nvSpPr>
      <dsp:spPr>
        <a:xfrm>
          <a:off x="0" y="1902414"/>
          <a:ext cx="10820398" cy="760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AA6344-2C49-40C3-8FE0-06DE654142DC}">
      <dsp:nvSpPr>
        <dsp:cNvPr id="0" name=""/>
        <dsp:cNvSpPr/>
      </dsp:nvSpPr>
      <dsp:spPr>
        <a:xfrm>
          <a:off x="230010" y="2073497"/>
          <a:ext cx="418201" cy="4182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F56E31-772C-4074-AB68-D0DD3573A63C}">
      <dsp:nvSpPr>
        <dsp:cNvPr id="0" name=""/>
        <dsp:cNvSpPr/>
      </dsp:nvSpPr>
      <dsp:spPr>
        <a:xfrm>
          <a:off x="878222" y="1902414"/>
          <a:ext cx="9942176" cy="760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72" tIns="80472" rIns="80472" bIns="8047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Trennung von Spiellogik, GUI und Steuerung</a:t>
          </a:r>
          <a:endParaRPr lang="en-US" sz="2200" kern="1200"/>
        </a:p>
      </dsp:txBody>
      <dsp:txXfrm>
        <a:off x="878222" y="1902414"/>
        <a:ext cx="9942176" cy="760365"/>
      </dsp:txXfrm>
    </dsp:sp>
    <dsp:sp modelId="{7744E814-382E-4025-BEFF-94132581E8E2}">
      <dsp:nvSpPr>
        <dsp:cNvPr id="0" name=""/>
        <dsp:cNvSpPr/>
      </dsp:nvSpPr>
      <dsp:spPr>
        <a:xfrm>
          <a:off x="0" y="2852871"/>
          <a:ext cx="10820398" cy="760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963C07-EEBF-441F-94D5-748F18FE2DCC}">
      <dsp:nvSpPr>
        <dsp:cNvPr id="0" name=""/>
        <dsp:cNvSpPr/>
      </dsp:nvSpPr>
      <dsp:spPr>
        <a:xfrm>
          <a:off x="230010" y="3023954"/>
          <a:ext cx="418201" cy="4182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A17BF7-7831-44B2-B2DF-CC2F6A170D91}">
      <dsp:nvSpPr>
        <dsp:cNvPr id="0" name=""/>
        <dsp:cNvSpPr/>
      </dsp:nvSpPr>
      <dsp:spPr>
        <a:xfrm>
          <a:off x="878222" y="2852871"/>
          <a:ext cx="9942176" cy="760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72" tIns="80472" rIns="80472" bIns="8047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Gut erweiterbarer und übersichtlicher Code</a:t>
          </a:r>
          <a:endParaRPr lang="en-US" sz="2200" kern="1200"/>
        </a:p>
      </dsp:txBody>
      <dsp:txXfrm>
        <a:off x="878222" y="2852871"/>
        <a:ext cx="9942176" cy="7603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3ED27F-D2B0-47D3-A328-1FA4022ED4E0}">
      <dsp:nvSpPr>
        <dsp:cNvPr id="0" name=""/>
        <dsp:cNvSpPr/>
      </dsp:nvSpPr>
      <dsp:spPr>
        <a:xfrm>
          <a:off x="0" y="1500"/>
          <a:ext cx="7493137" cy="76047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DA6B8F-4676-4BE0-897A-42AF246A027E}">
      <dsp:nvSpPr>
        <dsp:cNvPr id="0" name=""/>
        <dsp:cNvSpPr/>
      </dsp:nvSpPr>
      <dsp:spPr>
        <a:xfrm>
          <a:off x="230044" y="172607"/>
          <a:ext cx="418262" cy="4182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10AC8F-75A8-449B-8F2D-C7CD4F741B37}">
      <dsp:nvSpPr>
        <dsp:cNvPr id="0" name=""/>
        <dsp:cNvSpPr/>
      </dsp:nvSpPr>
      <dsp:spPr>
        <a:xfrm>
          <a:off x="878351" y="1500"/>
          <a:ext cx="6614785" cy="760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84" tIns="80484" rIns="80484" bIns="8048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Java SE 17 oder höher</a:t>
          </a:r>
          <a:endParaRPr lang="en-US" sz="2200" kern="1200"/>
        </a:p>
      </dsp:txBody>
      <dsp:txXfrm>
        <a:off x="878351" y="1500"/>
        <a:ext cx="6614785" cy="760477"/>
      </dsp:txXfrm>
    </dsp:sp>
    <dsp:sp modelId="{116A58E9-98BB-40A9-901E-A34A5B56873F}">
      <dsp:nvSpPr>
        <dsp:cNvPr id="0" name=""/>
        <dsp:cNvSpPr/>
      </dsp:nvSpPr>
      <dsp:spPr>
        <a:xfrm>
          <a:off x="0" y="952096"/>
          <a:ext cx="7493137" cy="76047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72F5A-9816-469B-A4F8-D62196BF4F3C}">
      <dsp:nvSpPr>
        <dsp:cNvPr id="0" name=""/>
        <dsp:cNvSpPr/>
      </dsp:nvSpPr>
      <dsp:spPr>
        <a:xfrm>
          <a:off x="230044" y="1123204"/>
          <a:ext cx="418262" cy="4182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0C8D8A-4E09-47F7-97EC-37BFCE3B26D3}">
      <dsp:nvSpPr>
        <dsp:cNvPr id="0" name=""/>
        <dsp:cNvSpPr/>
      </dsp:nvSpPr>
      <dsp:spPr>
        <a:xfrm>
          <a:off x="878351" y="952096"/>
          <a:ext cx="6614785" cy="760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84" tIns="80484" rIns="80484" bIns="8048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Reines Standard‑Java (kein Maven/Gradle)</a:t>
          </a:r>
          <a:endParaRPr lang="en-US" sz="2200" kern="1200"/>
        </a:p>
      </dsp:txBody>
      <dsp:txXfrm>
        <a:off x="878351" y="952096"/>
        <a:ext cx="6614785" cy="760477"/>
      </dsp:txXfrm>
    </dsp:sp>
    <dsp:sp modelId="{E744FE8E-BDF2-41A3-B9F4-F5CF8AADDE17}">
      <dsp:nvSpPr>
        <dsp:cNvPr id="0" name=""/>
        <dsp:cNvSpPr/>
      </dsp:nvSpPr>
      <dsp:spPr>
        <a:xfrm>
          <a:off x="0" y="1902693"/>
          <a:ext cx="7493137" cy="76047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98EF27-543A-4641-B021-EA64157E36C2}">
      <dsp:nvSpPr>
        <dsp:cNvPr id="0" name=""/>
        <dsp:cNvSpPr/>
      </dsp:nvSpPr>
      <dsp:spPr>
        <a:xfrm>
          <a:off x="230044" y="2073800"/>
          <a:ext cx="418262" cy="4182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A130CF-33EF-4354-962B-CE6E5FEF65DA}">
      <dsp:nvSpPr>
        <dsp:cNvPr id="0" name=""/>
        <dsp:cNvSpPr/>
      </dsp:nvSpPr>
      <dsp:spPr>
        <a:xfrm>
          <a:off x="878351" y="1902693"/>
          <a:ext cx="6614785" cy="760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84" tIns="80484" rIns="80484" bIns="8048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Start über Konsole möglich</a:t>
          </a:r>
          <a:endParaRPr lang="en-US" sz="2200" kern="1200"/>
        </a:p>
      </dsp:txBody>
      <dsp:txXfrm>
        <a:off x="878351" y="1902693"/>
        <a:ext cx="6614785" cy="760477"/>
      </dsp:txXfrm>
    </dsp:sp>
    <dsp:sp modelId="{817F8F18-5EBE-4030-A834-96336B6C3A9F}">
      <dsp:nvSpPr>
        <dsp:cNvPr id="0" name=""/>
        <dsp:cNvSpPr/>
      </dsp:nvSpPr>
      <dsp:spPr>
        <a:xfrm>
          <a:off x="0" y="2853289"/>
          <a:ext cx="7493137" cy="76047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C541B0-FD28-41BA-9A21-874619B2E116}">
      <dsp:nvSpPr>
        <dsp:cNvPr id="0" name=""/>
        <dsp:cNvSpPr/>
      </dsp:nvSpPr>
      <dsp:spPr>
        <a:xfrm>
          <a:off x="230044" y="3024396"/>
          <a:ext cx="418262" cy="4182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0EECC0-44A5-4754-8A94-FAFAFDEC5DD9}">
      <dsp:nvSpPr>
        <dsp:cNvPr id="0" name=""/>
        <dsp:cNvSpPr/>
      </dsp:nvSpPr>
      <dsp:spPr>
        <a:xfrm>
          <a:off x="878351" y="2853289"/>
          <a:ext cx="6614785" cy="760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84" tIns="80484" rIns="80484" bIns="8048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Plattformunabhängig (Windows, macOS, Linux)</a:t>
          </a:r>
          <a:endParaRPr lang="en-US" sz="2200" kern="1200"/>
        </a:p>
      </dsp:txBody>
      <dsp:txXfrm>
        <a:off x="878351" y="2853289"/>
        <a:ext cx="6614785" cy="7604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CB82AE-3907-445E-95E5-7C76BF460D23}">
      <dsp:nvSpPr>
        <dsp:cNvPr id="0" name=""/>
        <dsp:cNvSpPr/>
      </dsp:nvSpPr>
      <dsp:spPr>
        <a:xfrm>
          <a:off x="0" y="0"/>
          <a:ext cx="4952367" cy="104911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Insgesamt 5 zentrale Klassen</a:t>
          </a:r>
          <a:endParaRPr lang="en-US" sz="2300" kern="1200"/>
        </a:p>
      </dsp:txBody>
      <dsp:txXfrm>
        <a:off x="30728" y="30728"/>
        <a:ext cx="3731637" cy="987660"/>
      </dsp:txXfrm>
    </dsp:sp>
    <dsp:sp modelId="{2CB8D1C8-D4F4-4341-8540-965205AE4A3A}">
      <dsp:nvSpPr>
        <dsp:cNvPr id="0" name=""/>
        <dsp:cNvSpPr/>
      </dsp:nvSpPr>
      <dsp:spPr>
        <a:xfrm>
          <a:off x="414760" y="1239865"/>
          <a:ext cx="4952367" cy="1049116"/>
        </a:xfrm>
        <a:prstGeom prst="roundRect">
          <a:avLst>
            <a:gd name="adj" fmla="val 10000"/>
          </a:avLst>
        </a:prstGeom>
        <a:solidFill>
          <a:schemeClr val="accent2">
            <a:hueOff val="-2918144"/>
            <a:satOff val="-2633"/>
            <a:lumOff val="-58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Jede Klasse hat eine klar abgegrenzte Aufgabe</a:t>
          </a:r>
          <a:endParaRPr lang="en-US" sz="2300" kern="1200"/>
        </a:p>
      </dsp:txBody>
      <dsp:txXfrm>
        <a:off x="445488" y="1270593"/>
        <a:ext cx="3794224" cy="987660"/>
      </dsp:txXfrm>
    </dsp:sp>
    <dsp:sp modelId="{8373756D-AECB-4648-9542-3F751F0B85E6}">
      <dsp:nvSpPr>
        <dsp:cNvPr id="0" name=""/>
        <dsp:cNvSpPr/>
      </dsp:nvSpPr>
      <dsp:spPr>
        <a:xfrm>
          <a:off x="823331" y="2479730"/>
          <a:ext cx="4952367" cy="1049116"/>
        </a:xfrm>
        <a:prstGeom prst="roundRect">
          <a:avLst>
            <a:gd name="adj" fmla="val 10000"/>
          </a:avLst>
        </a:prstGeom>
        <a:solidFill>
          <a:schemeClr val="accent2">
            <a:hueOff val="-5836287"/>
            <a:satOff val="-5267"/>
            <a:lumOff val="-117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Einstiegspunkt: Main.java</a:t>
          </a:r>
          <a:endParaRPr lang="en-US" sz="2300" kern="1200"/>
        </a:p>
      </dsp:txBody>
      <dsp:txXfrm>
        <a:off x="854059" y="2510458"/>
        <a:ext cx="3800414" cy="987660"/>
      </dsp:txXfrm>
    </dsp:sp>
    <dsp:sp modelId="{7B39D475-9409-475F-9ADF-5CF55E0FF4A4}">
      <dsp:nvSpPr>
        <dsp:cNvPr id="0" name=""/>
        <dsp:cNvSpPr/>
      </dsp:nvSpPr>
      <dsp:spPr>
        <a:xfrm>
          <a:off x="1238091" y="3719596"/>
          <a:ext cx="4952367" cy="1049116"/>
        </a:xfrm>
        <a:prstGeom prst="roundRect">
          <a:avLst>
            <a:gd name="adj" fmla="val 10000"/>
          </a:avLst>
        </a:prstGeom>
        <a:solidFill>
          <a:schemeClr val="accent2">
            <a:hueOff val="-8754431"/>
            <a:satOff val="-7900"/>
            <a:lumOff val="-176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Aufbau nach dem Prinzip Separation of Concerns</a:t>
          </a:r>
          <a:endParaRPr lang="en-US" sz="2300" kern="1200"/>
        </a:p>
      </dsp:txBody>
      <dsp:txXfrm>
        <a:off x="1268819" y="3750324"/>
        <a:ext cx="3794224" cy="987660"/>
      </dsp:txXfrm>
    </dsp:sp>
    <dsp:sp modelId="{9F51AD89-A6FC-4758-9D36-AFA6727115A9}">
      <dsp:nvSpPr>
        <dsp:cNvPr id="0" name=""/>
        <dsp:cNvSpPr/>
      </dsp:nvSpPr>
      <dsp:spPr>
        <a:xfrm>
          <a:off x="4270441" y="803528"/>
          <a:ext cx="681925" cy="68192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423874" y="803528"/>
        <a:ext cx="375059" cy="513149"/>
      </dsp:txXfrm>
    </dsp:sp>
    <dsp:sp modelId="{D1A83E3D-55C7-42B7-AD15-0D33D064D216}">
      <dsp:nvSpPr>
        <dsp:cNvPr id="0" name=""/>
        <dsp:cNvSpPr/>
      </dsp:nvSpPr>
      <dsp:spPr>
        <a:xfrm>
          <a:off x="4685201" y="2043393"/>
          <a:ext cx="681925" cy="68192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916723"/>
            <a:satOff val="-2883"/>
            <a:lumOff val="-359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4916723"/>
              <a:satOff val="-2883"/>
              <a:lumOff val="-3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838634" y="2043393"/>
        <a:ext cx="375059" cy="513149"/>
      </dsp:txXfrm>
    </dsp:sp>
    <dsp:sp modelId="{A06DD43C-CD4C-40E0-8510-7A14518C4A62}">
      <dsp:nvSpPr>
        <dsp:cNvPr id="0" name=""/>
        <dsp:cNvSpPr/>
      </dsp:nvSpPr>
      <dsp:spPr>
        <a:xfrm>
          <a:off x="5093772" y="3283258"/>
          <a:ext cx="681925" cy="68192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9833447"/>
            <a:satOff val="-5766"/>
            <a:lumOff val="-718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9833447"/>
              <a:satOff val="-5766"/>
              <a:lumOff val="-7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5247205" y="3283258"/>
        <a:ext cx="375059" cy="5131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6E6D3-FBDB-412E-8B94-33976A4F871C}">
      <dsp:nvSpPr>
        <dsp:cNvPr id="0" name=""/>
        <dsp:cNvSpPr/>
      </dsp:nvSpPr>
      <dsp:spPr>
        <a:xfrm>
          <a:off x="264008" y="137531"/>
          <a:ext cx="1362584" cy="136258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6B18E5-163D-499F-89D7-72D5F9DDC52F}">
      <dsp:nvSpPr>
        <dsp:cNvPr id="0" name=""/>
        <dsp:cNvSpPr/>
      </dsp:nvSpPr>
      <dsp:spPr>
        <a:xfrm>
          <a:off x="550151" y="423674"/>
          <a:ext cx="790299" cy="7902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6061D-D3DA-43F0-ACF9-96F2CC007426}">
      <dsp:nvSpPr>
        <dsp:cNvPr id="0" name=""/>
        <dsp:cNvSpPr/>
      </dsp:nvSpPr>
      <dsp:spPr>
        <a:xfrm>
          <a:off x="1918575" y="137531"/>
          <a:ext cx="3211807" cy="1362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Model: Spiellogik und Zustand</a:t>
          </a:r>
          <a:endParaRPr lang="en-US" sz="2400" kern="1200"/>
        </a:p>
      </dsp:txBody>
      <dsp:txXfrm>
        <a:off x="1918575" y="137531"/>
        <a:ext cx="3211807" cy="1362584"/>
      </dsp:txXfrm>
    </dsp:sp>
    <dsp:sp modelId="{928809B7-A4DE-4565-A636-985C2403FC64}">
      <dsp:nvSpPr>
        <dsp:cNvPr id="0" name=""/>
        <dsp:cNvSpPr/>
      </dsp:nvSpPr>
      <dsp:spPr>
        <a:xfrm>
          <a:off x="5690016" y="137531"/>
          <a:ext cx="1362584" cy="136258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3C84E9-DD95-4AAF-95B9-65B1DF8E9425}">
      <dsp:nvSpPr>
        <dsp:cNvPr id="0" name=""/>
        <dsp:cNvSpPr/>
      </dsp:nvSpPr>
      <dsp:spPr>
        <a:xfrm>
          <a:off x="5976158" y="423674"/>
          <a:ext cx="790299" cy="7902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04A27-FAAA-4073-8417-6DDCFCF9FD5A}">
      <dsp:nvSpPr>
        <dsp:cNvPr id="0" name=""/>
        <dsp:cNvSpPr/>
      </dsp:nvSpPr>
      <dsp:spPr>
        <a:xfrm>
          <a:off x="7344583" y="137531"/>
          <a:ext cx="3211807" cy="1362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View: Grafische Darstellung (Spielfeld, Fenster)</a:t>
          </a:r>
          <a:endParaRPr lang="en-US" sz="2400" kern="1200"/>
        </a:p>
      </dsp:txBody>
      <dsp:txXfrm>
        <a:off x="7344583" y="137531"/>
        <a:ext cx="3211807" cy="1362584"/>
      </dsp:txXfrm>
    </dsp:sp>
    <dsp:sp modelId="{45AA0D6B-8ED5-4DA4-A2C5-C2B23241C109}">
      <dsp:nvSpPr>
        <dsp:cNvPr id="0" name=""/>
        <dsp:cNvSpPr/>
      </dsp:nvSpPr>
      <dsp:spPr>
        <a:xfrm>
          <a:off x="264008" y="2114621"/>
          <a:ext cx="1362584" cy="136258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5794FD-4826-4005-9992-20E0D06C92D5}">
      <dsp:nvSpPr>
        <dsp:cNvPr id="0" name=""/>
        <dsp:cNvSpPr/>
      </dsp:nvSpPr>
      <dsp:spPr>
        <a:xfrm>
          <a:off x="550151" y="2400764"/>
          <a:ext cx="790299" cy="7902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0B0EE2-8B0C-4283-A8E1-B5AE7D82F7BD}">
      <dsp:nvSpPr>
        <dsp:cNvPr id="0" name=""/>
        <dsp:cNvSpPr/>
      </dsp:nvSpPr>
      <dsp:spPr>
        <a:xfrm>
          <a:off x="1918575" y="2114621"/>
          <a:ext cx="3211807" cy="1362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Controller: Verbindet Klicks mit der Logik</a:t>
          </a:r>
          <a:endParaRPr lang="en-US" sz="2400" kern="1200"/>
        </a:p>
      </dsp:txBody>
      <dsp:txXfrm>
        <a:off x="1918575" y="2114621"/>
        <a:ext cx="3211807" cy="1362584"/>
      </dsp:txXfrm>
    </dsp:sp>
    <dsp:sp modelId="{5F696B65-5D39-4907-A398-C3116F847C46}">
      <dsp:nvSpPr>
        <dsp:cNvPr id="0" name=""/>
        <dsp:cNvSpPr/>
      </dsp:nvSpPr>
      <dsp:spPr>
        <a:xfrm>
          <a:off x="5690016" y="2114621"/>
          <a:ext cx="1362584" cy="136258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02F5CA-936F-4A9F-9319-7D4BA928655F}">
      <dsp:nvSpPr>
        <dsp:cNvPr id="0" name=""/>
        <dsp:cNvSpPr/>
      </dsp:nvSpPr>
      <dsp:spPr>
        <a:xfrm>
          <a:off x="5976158" y="2400764"/>
          <a:ext cx="790299" cy="7902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9401D5-6FDF-4A3A-8016-8772D5407E0E}">
      <dsp:nvSpPr>
        <dsp:cNvPr id="0" name=""/>
        <dsp:cNvSpPr/>
      </dsp:nvSpPr>
      <dsp:spPr>
        <a:xfrm>
          <a:off x="7344583" y="2114621"/>
          <a:ext cx="3211807" cy="1362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Vorteil: Bessere Wartbarkeit &amp; Testbarkeit</a:t>
          </a:r>
          <a:endParaRPr lang="en-US" sz="2400" kern="1200"/>
        </a:p>
      </dsp:txBody>
      <dsp:txXfrm>
        <a:off x="7344583" y="2114621"/>
        <a:ext cx="3211807" cy="136258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D3A703-BC98-48F6-8552-3D54261C392D}">
      <dsp:nvSpPr>
        <dsp:cNvPr id="0" name=""/>
        <dsp:cNvSpPr/>
      </dsp:nvSpPr>
      <dsp:spPr>
        <a:xfrm>
          <a:off x="0" y="0"/>
          <a:ext cx="5261890" cy="143061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GameLogic: Spielregeln, SpielerwechselGewinner‑ &amp; Unentschiedenprüfung</a:t>
          </a:r>
          <a:endParaRPr lang="en-US" sz="2000" kern="1200"/>
        </a:p>
      </dsp:txBody>
      <dsp:txXfrm>
        <a:off x="41901" y="41901"/>
        <a:ext cx="3718146" cy="1346811"/>
      </dsp:txXfrm>
    </dsp:sp>
    <dsp:sp modelId="{C175F4CC-A7DC-44AF-A6BF-363C44BF71B3}">
      <dsp:nvSpPr>
        <dsp:cNvPr id="0" name=""/>
        <dsp:cNvSpPr/>
      </dsp:nvSpPr>
      <dsp:spPr>
        <a:xfrm>
          <a:off x="464284" y="1669049"/>
          <a:ext cx="5261890" cy="1430613"/>
        </a:xfrm>
        <a:prstGeom prst="roundRect">
          <a:avLst>
            <a:gd name="adj" fmla="val 10000"/>
          </a:avLst>
        </a:prstGeom>
        <a:solidFill>
          <a:schemeClr val="accent2">
            <a:hueOff val="-4377215"/>
            <a:satOff val="-3950"/>
            <a:lumOff val="-88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GameBoard:3×3‑Spielfeld mit Buttons</a:t>
          </a:r>
          <a:endParaRPr lang="en-US" sz="2000" kern="1200"/>
        </a:p>
      </dsp:txBody>
      <dsp:txXfrm>
        <a:off x="506185" y="1710950"/>
        <a:ext cx="3783904" cy="1346811"/>
      </dsp:txXfrm>
    </dsp:sp>
    <dsp:sp modelId="{5249E0DB-A9F0-4F0A-9A7E-8AC99225F065}">
      <dsp:nvSpPr>
        <dsp:cNvPr id="0" name=""/>
        <dsp:cNvSpPr/>
      </dsp:nvSpPr>
      <dsp:spPr>
        <a:xfrm>
          <a:off x="928568" y="3338099"/>
          <a:ext cx="5261890" cy="1430613"/>
        </a:xfrm>
        <a:prstGeom prst="roundRect">
          <a:avLst>
            <a:gd name="adj" fmla="val 10000"/>
          </a:avLst>
        </a:prstGeom>
        <a:solidFill>
          <a:schemeClr val="accent2">
            <a:hueOff val="-8754431"/>
            <a:satOff val="-7900"/>
            <a:lumOff val="-176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GameController:Verarbeitet Klicks und steuert den Ablauf</a:t>
          </a:r>
          <a:endParaRPr lang="en-US" sz="2000" kern="1200"/>
        </a:p>
      </dsp:txBody>
      <dsp:txXfrm>
        <a:off x="970469" y="3380000"/>
        <a:ext cx="3783904" cy="1346811"/>
      </dsp:txXfrm>
    </dsp:sp>
    <dsp:sp modelId="{FFF184F2-7541-4E83-A51A-277E0F683DD0}">
      <dsp:nvSpPr>
        <dsp:cNvPr id="0" name=""/>
        <dsp:cNvSpPr/>
      </dsp:nvSpPr>
      <dsp:spPr>
        <a:xfrm>
          <a:off x="4331991" y="1084882"/>
          <a:ext cx="929899" cy="92989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541218" y="1084882"/>
        <a:ext cx="511445" cy="699749"/>
      </dsp:txXfrm>
    </dsp:sp>
    <dsp:sp modelId="{5FEA4754-EA92-4A09-849D-473BC107D32F}">
      <dsp:nvSpPr>
        <dsp:cNvPr id="0" name=""/>
        <dsp:cNvSpPr/>
      </dsp:nvSpPr>
      <dsp:spPr>
        <a:xfrm>
          <a:off x="4796275" y="2744394"/>
          <a:ext cx="929899" cy="92989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9833447"/>
            <a:satOff val="-5766"/>
            <a:lumOff val="-718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9833447"/>
              <a:satOff val="-5766"/>
              <a:lumOff val="-7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005502" y="2744394"/>
        <a:ext cx="511445" cy="69974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4483CA-8064-4839-B091-46923FCC2AFE}">
      <dsp:nvSpPr>
        <dsp:cNvPr id="0" name=""/>
        <dsp:cNvSpPr/>
      </dsp:nvSpPr>
      <dsp:spPr>
        <a:xfrm>
          <a:off x="1377650" y="3562"/>
          <a:ext cx="3278143" cy="19668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/>
            <a:t>Spieler klickt auf ein Feld</a:t>
          </a:r>
          <a:endParaRPr lang="en-US" sz="2900" kern="1200"/>
        </a:p>
      </dsp:txBody>
      <dsp:txXfrm>
        <a:off x="1435258" y="61170"/>
        <a:ext cx="3162927" cy="1851669"/>
      </dsp:txXfrm>
    </dsp:sp>
    <dsp:sp modelId="{86B4C8C9-761C-499E-A80E-102B67B63553}">
      <dsp:nvSpPr>
        <dsp:cNvPr id="0" name=""/>
        <dsp:cNvSpPr/>
      </dsp:nvSpPr>
      <dsp:spPr>
        <a:xfrm>
          <a:off x="4944269" y="580516"/>
          <a:ext cx="694966" cy="812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4944269" y="743112"/>
        <a:ext cx="486476" cy="487787"/>
      </dsp:txXfrm>
    </dsp:sp>
    <dsp:sp modelId="{23DCA521-8F27-43AD-97B8-D00B85089A1B}">
      <dsp:nvSpPr>
        <dsp:cNvPr id="0" name=""/>
        <dsp:cNvSpPr/>
      </dsp:nvSpPr>
      <dsp:spPr>
        <a:xfrm>
          <a:off x="5967050" y="3562"/>
          <a:ext cx="3278143" cy="19668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/>
            <a:t>Controller wertet Klick aus</a:t>
          </a:r>
          <a:endParaRPr lang="en-US" sz="2900" kern="1200"/>
        </a:p>
      </dsp:txBody>
      <dsp:txXfrm>
        <a:off x="6024658" y="61170"/>
        <a:ext cx="3162927" cy="1851669"/>
      </dsp:txXfrm>
    </dsp:sp>
    <dsp:sp modelId="{3F4402EF-F8C6-4A62-867A-7DB4CD3AC185}">
      <dsp:nvSpPr>
        <dsp:cNvPr id="0" name=""/>
        <dsp:cNvSpPr/>
      </dsp:nvSpPr>
      <dsp:spPr>
        <a:xfrm rot="5400000">
          <a:off x="7258639" y="2199918"/>
          <a:ext cx="694966" cy="812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 rot="-5400000">
        <a:off x="7362229" y="2258924"/>
        <a:ext cx="487787" cy="486476"/>
      </dsp:txXfrm>
    </dsp:sp>
    <dsp:sp modelId="{1389327E-CED0-4114-BAC7-D6271590267C}">
      <dsp:nvSpPr>
        <dsp:cNvPr id="0" name=""/>
        <dsp:cNvSpPr/>
      </dsp:nvSpPr>
      <dsp:spPr>
        <a:xfrm>
          <a:off x="5967050" y="3281706"/>
          <a:ext cx="3278143" cy="19668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/>
            <a:t>Logik prüft Gültigkeit &amp; Spielende</a:t>
          </a:r>
          <a:endParaRPr lang="en-US" sz="2900" kern="1200"/>
        </a:p>
      </dsp:txBody>
      <dsp:txXfrm>
        <a:off x="6024658" y="3339314"/>
        <a:ext cx="3162927" cy="1851669"/>
      </dsp:txXfrm>
    </dsp:sp>
    <dsp:sp modelId="{6A42CDB8-5A12-472A-BDE0-640154731FB5}">
      <dsp:nvSpPr>
        <dsp:cNvPr id="0" name=""/>
        <dsp:cNvSpPr/>
      </dsp:nvSpPr>
      <dsp:spPr>
        <a:xfrm rot="10800000">
          <a:off x="4983607" y="3858659"/>
          <a:ext cx="694966" cy="812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 rot="10800000">
        <a:off x="5192097" y="4021255"/>
        <a:ext cx="486476" cy="487787"/>
      </dsp:txXfrm>
    </dsp:sp>
    <dsp:sp modelId="{E1B5910F-AA79-41E1-B380-835211D45C81}">
      <dsp:nvSpPr>
        <dsp:cNvPr id="0" name=""/>
        <dsp:cNvSpPr/>
      </dsp:nvSpPr>
      <dsp:spPr>
        <a:xfrm>
          <a:off x="1377650" y="3281706"/>
          <a:ext cx="3278143" cy="19668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/>
            <a:t>Spielfeld und Statusanzeige werden aktualisiert</a:t>
          </a:r>
          <a:endParaRPr lang="en-US" sz="2900" kern="1200"/>
        </a:p>
      </dsp:txBody>
      <dsp:txXfrm>
        <a:off x="1435258" y="3339314"/>
        <a:ext cx="3162927" cy="185166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A187CC-22ED-43A2-8F49-F9F9D3E3EC9C}">
      <dsp:nvSpPr>
        <dsp:cNvPr id="0" name=""/>
        <dsp:cNvSpPr/>
      </dsp:nvSpPr>
      <dsp:spPr>
        <a:xfrm>
          <a:off x="0" y="877320"/>
          <a:ext cx="628826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/>
            <a:t>KI‑Gegner (z. B. Minimax‑Algorithmus)</a:t>
          </a:r>
          <a:endParaRPr lang="en-US" sz="3000" kern="1200"/>
        </a:p>
      </dsp:txBody>
      <dsp:txXfrm>
        <a:off x="35125" y="912445"/>
        <a:ext cx="6218010" cy="649299"/>
      </dsp:txXfrm>
    </dsp:sp>
    <dsp:sp modelId="{25F49117-A917-4D79-9684-B7B202B06E52}">
      <dsp:nvSpPr>
        <dsp:cNvPr id="0" name=""/>
        <dsp:cNvSpPr/>
      </dsp:nvSpPr>
      <dsp:spPr>
        <a:xfrm>
          <a:off x="0" y="1683269"/>
          <a:ext cx="628826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/>
            <a:t>Spielstatistiken (Siege / Niederlagen)</a:t>
          </a:r>
          <a:endParaRPr lang="en-US" sz="3000" kern="1200"/>
        </a:p>
      </dsp:txBody>
      <dsp:txXfrm>
        <a:off x="35125" y="1718394"/>
        <a:ext cx="6218010" cy="649299"/>
      </dsp:txXfrm>
    </dsp:sp>
    <dsp:sp modelId="{F3FD456B-C25A-4CE0-8BB6-383E0E2FF69B}">
      <dsp:nvSpPr>
        <dsp:cNvPr id="0" name=""/>
        <dsp:cNvSpPr/>
      </dsp:nvSpPr>
      <dsp:spPr>
        <a:xfrm>
          <a:off x="0" y="2489219"/>
          <a:ext cx="628826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/>
            <a:t>Größeres Spielfeld (z. B. 4×4)</a:t>
          </a:r>
          <a:endParaRPr lang="en-US" sz="3000" kern="1200"/>
        </a:p>
      </dsp:txBody>
      <dsp:txXfrm>
        <a:off x="35125" y="2524344"/>
        <a:ext cx="6218010" cy="649299"/>
      </dsp:txXfrm>
    </dsp:sp>
    <dsp:sp modelId="{6988876A-C903-49B6-AA29-F48E4FEBD9F7}">
      <dsp:nvSpPr>
        <dsp:cNvPr id="0" name=""/>
        <dsp:cNvSpPr/>
      </dsp:nvSpPr>
      <dsp:spPr>
        <a:xfrm>
          <a:off x="0" y="3295170"/>
          <a:ext cx="628826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/>
            <a:t>Sound‑ oder Animationseffekte</a:t>
          </a:r>
          <a:endParaRPr lang="en-US" sz="3000" kern="1200"/>
        </a:p>
      </dsp:txBody>
      <dsp:txXfrm>
        <a:off x="35125" y="3330295"/>
        <a:ext cx="6218010" cy="64929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92A78A-248F-4510-A747-0396FA3CBE52}">
      <dsp:nvSpPr>
        <dsp:cNvPr id="0" name=""/>
        <dsp:cNvSpPr/>
      </dsp:nvSpPr>
      <dsp:spPr>
        <a:xfrm>
          <a:off x="0" y="1979"/>
          <a:ext cx="6190459" cy="10031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A12761-1263-436B-9C61-F655E5611427}">
      <dsp:nvSpPr>
        <dsp:cNvPr id="0" name=""/>
        <dsp:cNvSpPr/>
      </dsp:nvSpPr>
      <dsp:spPr>
        <a:xfrm>
          <a:off x="303439" y="227678"/>
          <a:ext cx="551708" cy="5517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9CC95-3867-493A-948F-A1846F286274}">
      <dsp:nvSpPr>
        <dsp:cNvPr id="0" name=""/>
        <dsp:cNvSpPr/>
      </dsp:nvSpPr>
      <dsp:spPr>
        <a:xfrm>
          <a:off x="1158587" y="1979"/>
          <a:ext cx="5031871" cy="1003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162" tIns="106162" rIns="106162" bIns="10616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Überschaubares, aber vollständiges Projekt</a:t>
          </a:r>
          <a:endParaRPr lang="en-US" sz="2200" kern="1200"/>
        </a:p>
      </dsp:txBody>
      <dsp:txXfrm>
        <a:off x="1158587" y="1979"/>
        <a:ext cx="5031871" cy="1003106"/>
      </dsp:txXfrm>
    </dsp:sp>
    <dsp:sp modelId="{B2954388-7B90-4408-93E1-9BD711129EA5}">
      <dsp:nvSpPr>
        <dsp:cNvPr id="0" name=""/>
        <dsp:cNvSpPr/>
      </dsp:nvSpPr>
      <dsp:spPr>
        <a:xfrm>
          <a:off x="0" y="1255861"/>
          <a:ext cx="6190459" cy="10031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DC4ADE-5C4A-4BBD-BBAC-3B7DBF04C7DC}">
      <dsp:nvSpPr>
        <dsp:cNvPr id="0" name=""/>
        <dsp:cNvSpPr/>
      </dsp:nvSpPr>
      <dsp:spPr>
        <a:xfrm>
          <a:off x="303439" y="1481560"/>
          <a:ext cx="551708" cy="5517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32960-DEFA-48B7-8163-1C4D873CAFA9}">
      <dsp:nvSpPr>
        <dsp:cNvPr id="0" name=""/>
        <dsp:cNvSpPr/>
      </dsp:nvSpPr>
      <dsp:spPr>
        <a:xfrm>
          <a:off x="1158587" y="1255861"/>
          <a:ext cx="5031871" cy="1003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162" tIns="106162" rIns="106162" bIns="10616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Gute Umsetzung der MVC‑Architektur</a:t>
          </a:r>
          <a:endParaRPr lang="en-US" sz="2200" kern="1200"/>
        </a:p>
      </dsp:txBody>
      <dsp:txXfrm>
        <a:off x="1158587" y="1255861"/>
        <a:ext cx="5031871" cy="1003106"/>
      </dsp:txXfrm>
    </dsp:sp>
    <dsp:sp modelId="{4E9D48B2-7990-4254-95C2-013608AFEB11}">
      <dsp:nvSpPr>
        <dsp:cNvPr id="0" name=""/>
        <dsp:cNvSpPr/>
      </dsp:nvSpPr>
      <dsp:spPr>
        <a:xfrm>
          <a:off x="0" y="2509744"/>
          <a:ext cx="6190459" cy="10031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1026D4-34F2-4B57-8899-46F84F28E940}">
      <dsp:nvSpPr>
        <dsp:cNvPr id="0" name=""/>
        <dsp:cNvSpPr/>
      </dsp:nvSpPr>
      <dsp:spPr>
        <a:xfrm>
          <a:off x="303439" y="2735443"/>
          <a:ext cx="551708" cy="5517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80D3A8-2238-4F3F-9EB2-4D5752AB55BD}">
      <dsp:nvSpPr>
        <dsp:cNvPr id="0" name=""/>
        <dsp:cNvSpPr/>
      </dsp:nvSpPr>
      <dsp:spPr>
        <a:xfrm>
          <a:off x="1158587" y="2509744"/>
          <a:ext cx="5031871" cy="1003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162" tIns="106162" rIns="106162" bIns="10616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Sauberer, verständlicher Code</a:t>
          </a:r>
          <a:endParaRPr lang="en-US" sz="2200" kern="1200"/>
        </a:p>
      </dsp:txBody>
      <dsp:txXfrm>
        <a:off x="1158587" y="2509744"/>
        <a:ext cx="5031871" cy="1003106"/>
      </dsp:txXfrm>
    </dsp:sp>
    <dsp:sp modelId="{6A5260CA-FF5C-4CB0-8214-E3E8EF331AE2}">
      <dsp:nvSpPr>
        <dsp:cNvPr id="0" name=""/>
        <dsp:cNvSpPr/>
      </dsp:nvSpPr>
      <dsp:spPr>
        <a:xfrm>
          <a:off x="0" y="3763627"/>
          <a:ext cx="6190459" cy="10031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E2B336-2B61-4256-BC9F-EE701863C548}">
      <dsp:nvSpPr>
        <dsp:cNvPr id="0" name=""/>
        <dsp:cNvSpPr/>
      </dsp:nvSpPr>
      <dsp:spPr>
        <a:xfrm>
          <a:off x="303439" y="3989326"/>
          <a:ext cx="551708" cy="5517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BA837A-ABD2-498B-BFB0-BA0868AF3599}">
      <dsp:nvSpPr>
        <dsp:cNvPr id="0" name=""/>
        <dsp:cNvSpPr/>
      </dsp:nvSpPr>
      <dsp:spPr>
        <a:xfrm>
          <a:off x="1158587" y="3763627"/>
          <a:ext cx="5031871" cy="1003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162" tIns="106162" rIns="106162" bIns="10616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Ideale Basis für spätere Erweiterungen</a:t>
          </a:r>
          <a:endParaRPr lang="en-US" sz="2200" kern="1200"/>
        </a:p>
      </dsp:txBody>
      <dsp:txXfrm>
        <a:off x="1158587" y="3763627"/>
        <a:ext cx="5031871" cy="10031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325FE-CE29-426A-9B65-BB2D4AF5073F}" type="datetimeFigureOut">
              <a:t>5/7/2026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5573B-2DEC-44EA-8483-04F550195713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546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Architektur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5573B-2DEC-44EA-8483-04F550195713}" type="slidenum"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179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Spielablauf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5573B-2DEC-44EA-8483-04F550195713}" type="slidenum"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943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621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53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94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96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6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08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88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171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81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03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18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8434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44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72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68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86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71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63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5BDD1EA-D8C1-45AF-9F0A-14A2A137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0E16F0-C979-7109-31E0-F6D22B741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2710" y="628617"/>
            <a:ext cx="3971902" cy="3028983"/>
          </a:xfrm>
        </p:spPr>
        <p:txBody>
          <a:bodyPr>
            <a:normAutofit/>
          </a:bodyPr>
          <a:lstStyle/>
          <a:p>
            <a:r>
              <a:rPr lang="de-DE"/>
              <a:t>Tic‑</a:t>
            </a:r>
            <a:r>
              <a:rPr lang="de-DE" err="1"/>
              <a:t>Tac</a:t>
            </a:r>
            <a:r>
              <a:rPr lang="de-DE"/>
              <a:t>‑Toe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A8695DB-B278-D180-650F-F4FBAF247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2709" y="3843868"/>
            <a:ext cx="2827315" cy="1564744"/>
          </a:xfrm>
        </p:spPr>
        <p:txBody>
          <a:bodyPr>
            <a:normAutofit/>
          </a:bodyPr>
          <a:lstStyle/>
          <a:p>
            <a:r>
              <a:rPr lang="de-DE"/>
              <a:t>Von Fabio Stoffels, Leal de Suza, Peter Kretzer</a:t>
            </a:r>
          </a:p>
        </p:txBody>
      </p:sp>
      <p:sp>
        <p:nvSpPr>
          <p:cNvPr id="17" name="Snip Diagonal Corner Rectangle 6">
            <a:extLst>
              <a:ext uri="{FF2B5EF4-FFF2-40B4-BE49-F238E27FC236}">
                <a16:creationId xmlns:a16="http://schemas.microsoft.com/office/drawing/2014/main" id="{14354E08-0068-48D7-A8AD-84C7B1CF5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6575496" cy="5286838"/>
          </a:xfrm>
          <a:prstGeom prst="snip2DiagRect">
            <a:avLst>
              <a:gd name="adj1" fmla="val 10787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B0BA2E-A039-54D4-A7D7-0B0004C12C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803"/>
          <a:stretch>
            <a:fillRect/>
          </a:stretch>
        </p:blipFill>
        <p:spPr>
          <a:xfrm>
            <a:off x="799072" y="786117"/>
            <a:ext cx="6245352" cy="4956048"/>
          </a:xfrm>
          <a:custGeom>
            <a:avLst/>
            <a:gdLst/>
            <a:ahLst/>
            <a:cxnLst/>
            <a:rect l="l" t="t" r="r" b="b"/>
            <a:pathLst>
              <a:path w="6245352" h="4956048">
                <a:moveTo>
                  <a:pt x="534609" y="0"/>
                </a:moveTo>
                <a:lnTo>
                  <a:pt x="6245352" y="0"/>
                </a:lnTo>
                <a:lnTo>
                  <a:pt x="6245352" y="4421439"/>
                </a:lnTo>
                <a:lnTo>
                  <a:pt x="5710743" y="4956048"/>
                </a:lnTo>
                <a:lnTo>
                  <a:pt x="0" y="4956048"/>
                </a:lnTo>
                <a:lnTo>
                  <a:pt x="0" y="534609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779F34F-2960-4B81-BA08-445B6F6A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0A57ACC-416F-4A5D-B7F7-DDA9886A3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6522B4F-50C4-4FCE-8AE2-3789D63E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C3978FC-B5D1-42BE-B086-BC2A733D58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CED99F1-340D-4970-8E66-3B28E92711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0A54E39-63C0-4847-A766-C6B74FEB48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220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A57A23-0B9A-2B87-3C4E-0B34767D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2" y="206685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de-DE" sz="5400"/>
              <a:t>Projektüberblick</a:t>
            </a:r>
          </a:p>
        </p:txBody>
      </p:sp>
      <p:graphicFrame>
        <p:nvGraphicFramePr>
          <p:cNvPr id="25" name="Inhaltsplatzhalter 2">
            <a:extLst>
              <a:ext uri="{FF2B5EF4-FFF2-40B4-BE49-F238E27FC236}">
                <a16:creationId xmlns:a16="http://schemas.microsoft.com/office/drawing/2014/main" id="{C97C8120-707F-13BC-82E4-762917649A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9339478"/>
              </p:ext>
            </p:extLst>
          </p:nvPr>
        </p:nvGraphicFramePr>
        <p:xfrm>
          <a:off x="684212" y="2422712"/>
          <a:ext cx="10820399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120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2E4D5F-19F8-9E4B-AE25-FE4E3ACDD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2" y="206685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de-DE" sz="5400"/>
              <a:t>Ziel des Projekts</a:t>
            </a:r>
          </a:p>
        </p:txBody>
      </p:sp>
      <p:graphicFrame>
        <p:nvGraphicFramePr>
          <p:cNvPr id="20" name="Inhaltsplatzhalter 2">
            <a:extLst>
              <a:ext uri="{FF2B5EF4-FFF2-40B4-BE49-F238E27FC236}">
                <a16:creationId xmlns:a16="http://schemas.microsoft.com/office/drawing/2014/main" id="{D2212B16-2785-BDA6-B742-F4696D36D1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2675291"/>
              </p:ext>
            </p:extLst>
          </p:nvPr>
        </p:nvGraphicFramePr>
        <p:xfrm>
          <a:off x="684212" y="2534771"/>
          <a:ext cx="10820399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3272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22">
            <a:extLst>
              <a:ext uri="{FF2B5EF4-FFF2-40B4-BE49-F238E27FC236}">
                <a16:creationId xmlns:a16="http://schemas.microsoft.com/office/drawing/2014/main" id="{929448D9-8F1D-4CFE-93BA-E0272F0DB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EBC1E0-9C64-DCE0-8E74-10C9DB06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271" y="206685"/>
            <a:ext cx="7543800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de-DE" sz="4000" err="1"/>
              <a:t>Technische</a:t>
            </a:r>
            <a:r>
              <a:rPr lang="de-DE" sz="4000"/>
              <a:t> </a:t>
            </a:r>
            <a:r>
              <a:rPr lang="de-DE" sz="4000" err="1"/>
              <a:t>Rahmenbedingungen</a:t>
            </a:r>
            <a:endParaRPr lang="de-DE" sz="4000"/>
          </a:p>
        </p:txBody>
      </p:sp>
      <p:grpSp>
        <p:nvGrpSpPr>
          <p:cNvPr id="43" name="Group 24">
            <a:extLst>
              <a:ext uri="{FF2B5EF4-FFF2-40B4-BE49-F238E27FC236}">
                <a16:creationId xmlns:a16="http://schemas.microsoft.com/office/drawing/2014/main" id="{94749DEA-AC6C-4834-A330-03A1796B8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0CBC5D1-BAF0-454E-9D7C-68370AA95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26">
              <a:extLst>
                <a:ext uri="{FF2B5EF4-FFF2-40B4-BE49-F238E27FC236}">
                  <a16:creationId xmlns:a16="http://schemas.microsoft.com/office/drawing/2014/main" id="{8ABB9F45-32F7-4915-A94F-F1E34B32D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EA6F09-00FD-4C50-A2DF-D0B1CC4C9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28">
              <a:extLst>
                <a:ext uri="{FF2B5EF4-FFF2-40B4-BE49-F238E27FC236}">
                  <a16:creationId xmlns:a16="http://schemas.microsoft.com/office/drawing/2014/main" id="{4B8B975B-2618-4734-A401-FAB74519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29">
              <a:extLst>
                <a:ext uri="{FF2B5EF4-FFF2-40B4-BE49-F238E27FC236}">
                  <a16:creationId xmlns:a16="http://schemas.microsoft.com/office/drawing/2014/main" id="{4EF4B123-0577-4F10-986B-6BD86396A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BCE97151-BBC5-C3A4-FDFC-3D14413B0D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5362953"/>
              </p:ext>
            </p:extLst>
          </p:nvPr>
        </p:nvGraphicFramePr>
        <p:xfrm>
          <a:off x="2342682" y="2344270"/>
          <a:ext cx="7493137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0188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8129873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2C6C172-29B1-C7F8-53A6-50F5B81A0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3603" y="1333630"/>
            <a:ext cx="4242925" cy="3237406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Projektstruktur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09BE951D-DC55-AFFC-7D82-9F16465014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0696739"/>
              </p:ext>
            </p:extLst>
          </p:nvPr>
        </p:nvGraphicFramePr>
        <p:xfrm>
          <a:off x="940645" y="941424"/>
          <a:ext cx="6190459" cy="476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9107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el 78">
            <a:extLst>
              <a:ext uri="{FF2B5EF4-FFF2-40B4-BE49-F238E27FC236}">
                <a16:creationId xmlns:a16="http://schemas.microsoft.com/office/drawing/2014/main" id="{DBD296E5-B781-43DB-CB79-6CB9D922E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endParaRPr lang="de-DE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64C259B2-F349-F746-A30E-C7DBC80880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4270640"/>
              </p:ext>
            </p:extLst>
          </p:nvPr>
        </p:nvGraphicFramePr>
        <p:xfrm>
          <a:off x="684212" y="1621971"/>
          <a:ext cx="10820399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73114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8129873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09E91EA1-ECAE-B073-0914-DE4ED8F6E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2995" y="1350646"/>
            <a:ext cx="4031673" cy="3234500"/>
          </a:xfrm>
        </p:spPr>
        <p:txBody>
          <a:bodyPr>
            <a:normAutofit/>
          </a:bodyPr>
          <a:lstStyle/>
          <a:p>
            <a:r>
              <a:rPr lang="de-DE" sz="4800">
                <a:solidFill>
                  <a:srgbClr val="FFFFFF"/>
                </a:solidFill>
              </a:rPr>
              <a:t>Klassen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2FA30D7C-F219-A9B8-9D9C-EA73E8F4E5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7892813"/>
              </p:ext>
            </p:extLst>
          </p:nvPr>
        </p:nvGraphicFramePr>
        <p:xfrm>
          <a:off x="940645" y="941424"/>
          <a:ext cx="6190459" cy="476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2905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3FDF2052-A3D9-2162-0079-96516F459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04" y="1259343"/>
            <a:ext cx="11644991" cy="390388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5814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CA5F72FC-8FC9-7EC0-0E61-2B25384EF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4" y="1714500"/>
            <a:ext cx="11115676" cy="308065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3959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Inhaltsplatzhalter 2">
            <a:extLst>
              <a:ext uri="{FF2B5EF4-FFF2-40B4-BE49-F238E27FC236}">
                <a16:creationId xmlns:a16="http://schemas.microsoft.com/office/drawing/2014/main" id="{692DAAB9-CE60-53FA-7ED8-5F69921DE4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761558"/>
              </p:ext>
            </p:extLst>
          </p:nvPr>
        </p:nvGraphicFramePr>
        <p:xfrm>
          <a:off x="684212" y="685800"/>
          <a:ext cx="10622844" cy="52521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07101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A64E434-FE3D-AF86-2FED-A50391570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3747111" cy="4892040"/>
          </a:xfrm>
        </p:spPr>
        <p:txBody>
          <a:bodyPr>
            <a:normAutofit/>
          </a:bodyPr>
          <a:lstStyle/>
          <a:p>
            <a:pPr algn="r"/>
            <a:r>
              <a:rPr lang="de-DE" sz="3200"/>
              <a:t>Erweiterungen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783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Inhaltsplatzhalter 2">
            <a:extLst>
              <a:ext uri="{FF2B5EF4-FFF2-40B4-BE49-F238E27FC236}">
                <a16:creationId xmlns:a16="http://schemas.microsoft.com/office/drawing/2014/main" id="{B4390615-ED17-DA16-F769-F0C368D788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79962" y="685799"/>
          <a:ext cx="6288260" cy="4892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1180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8129873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79CDD616-BC68-15CC-7216-05EAB9BAA7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2958763"/>
              </p:ext>
            </p:extLst>
          </p:nvPr>
        </p:nvGraphicFramePr>
        <p:xfrm>
          <a:off x="3002527" y="1501718"/>
          <a:ext cx="6190459" cy="476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2" name="Textfeld 51">
            <a:extLst>
              <a:ext uri="{FF2B5EF4-FFF2-40B4-BE49-F238E27FC236}">
                <a16:creationId xmlns:a16="http://schemas.microsoft.com/office/drawing/2014/main" id="{923E1375-E319-2E0F-9C48-E95B857236F8}"/>
              </a:ext>
            </a:extLst>
          </p:cNvPr>
          <p:cNvSpPr txBox="1"/>
          <p:nvPr/>
        </p:nvSpPr>
        <p:spPr>
          <a:xfrm>
            <a:off x="3671086" y="265913"/>
            <a:ext cx="484431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5400"/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2056710626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TM04033929[[fn=Schiefer]]</Template>
  <Application>Microsoft Office PowerPoint</Application>
  <PresentationFormat>Widescreen</PresentationFormat>
  <Slides>12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Slice</vt:lpstr>
      <vt:lpstr>Tic‑Tac‑Toe</vt:lpstr>
      <vt:lpstr>Projektüberblick</vt:lpstr>
      <vt:lpstr>Ziel des Projekts</vt:lpstr>
      <vt:lpstr>Technische Rahmenbedingungen</vt:lpstr>
      <vt:lpstr>Projektstruktur</vt:lpstr>
      <vt:lpstr>PowerPoint Presentation</vt:lpstr>
      <vt:lpstr>Klassen</vt:lpstr>
      <vt:lpstr>PowerPoint Presentation</vt:lpstr>
      <vt:lpstr>PowerPoint Presentation</vt:lpstr>
      <vt:lpstr>PowerPoint Presentation</vt:lpstr>
      <vt:lpstr>Erweiterungen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Stoffels, Fabio</dc:creator>
  <cp:revision>1</cp:revision>
  <dcterms:created xsi:type="dcterms:W3CDTF">2026-05-05T07:42:05Z</dcterms:created>
  <dcterms:modified xsi:type="dcterms:W3CDTF">2026-05-07T07:12:26Z</dcterms:modified>
</cp:coreProperties>
</file>